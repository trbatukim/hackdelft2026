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4"/>
  </p:sldMasterIdLst>
  <p:notesMasterIdLst>
    <p:notesMasterId r:id="rId12"/>
  </p:notesMasterIdLst>
  <p:sldIdLst>
    <p:sldId id="342" r:id="rId5"/>
    <p:sldId id="343" r:id="rId6"/>
    <p:sldId id="346" r:id="rId7"/>
    <p:sldId id="347" r:id="rId8"/>
    <p:sldId id="348" r:id="rId9"/>
    <p:sldId id="349" r:id="rId10"/>
    <p:sldId id="355" r:id="rId11"/>
  </p:sldIdLst>
  <p:sldSz cx="9144000" cy="5143500" type="screen16x9"/>
  <p:notesSz cx="6858000" cy="9144000"/>
  <p:embeddedFontLst>
    <p:embeddedFont>
      <p:font typeface="Concert One" pitchFamily="2" charset="0"/>
      <p:regular r:id="rId13"/>
    </p:embeddedFont>
    <p:embeddedFont>
      <p:font typeface="Didact Gothic" panose="00000500000000000000" pitchFamily="2" charset="0"/>
      <p:regular r:id="rId14"/>
    </p:embeddedFont>
    <p:embeddedFont>
      <p:font typeface="Fredoka One" panose="02000000000000000000" pitchFamily="2" charset="0"/>
      <p:regular r:id="rId15"/>
    </p:embeddedFont>
    <p:embeddedFont>
      <p:font typeface="Quicksand" panose="020B0604020202020204" charset="0"/>
      <p:regular r:id="rId16"/>
      <p:bold r:id="rId17"/>
    </p:embeddedFont>
    <p:embeddedFont>
      <p:font typeface="Quicksand Medium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07D78-B3FA-43AA-8394-F7AEDFE2609A}" v="37" dt="2026-06-07T12:08:51.701"/>
  </p1510:revLst>
</p1510:revInfo>
</file>

<file path=ppt/tableStyles.xml><?xml version="1.0" encoding="utf-8"?>
<a:tblStyleLst xmlns:a="http://schemas.openxmlformats.org/drawingml/2006/main" def="{FC26664F-4596-488C-B6E6-1090E0947D7F}">
  <a:tblStyle styleId="{FC26664F-4596-488C-B6E6-1090E0947D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6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g8bbb7e9f0f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5" name="Google Shape;2085;g8bbb7e9f0f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g86fc84f77b_0_17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3" name="Google Shape;2223;g86fc84f77b_0_17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g851a045c94_0_1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9" name="Google Shape;2229;g851a045c94_0_1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g12c6774fb1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0" name="Google Shape;2410;g12c6774fb1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g12c6774fb16_3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6" name="Google Shape;2456;g12c6774fb16_3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g851a045c94_0_17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5" name="Google Shape;2495;g851a045c94_0_17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89a21db9b5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89a21db9b5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47700" y="1105791"/>
            <a:ext cx="2747649" cy="2494076"/>
            <a:chOff x="747700" y="1105791"/>
            <a:chExt cx="2747649" cy="2494076"/>
          </a:xfrm>
        </p:grpSpPr>
        <p:sp>
          <p:nvSpPr>
            <p:cNvPr id="10" name="Google Shape;10;p2"/>
            <p:cNvSpPr/>
            <p:nvPr/>
          </p:nvSpPr>
          <p:spPr>
            <a:xfrm>
              <a:off x="2107654" y="1210531"/>
              <a:ext cx="88299" cy="78797"/>
            </a:xfrm>
            <a:custGeom>
              <a:avLst/>
              <a:gdLst/>
              <a:ahLst/>
              <a:cxnLst/>
              <a:rect l="l" t="t" r="r" b="b"/>
              <a:pathLst>
                <a:path w="762" h="680" extrusionOk="0">
                  <a:moveTo>
                    <a:pt x="378" y="0"/>
                  </a:moveTo>
                  <a:cubicBezTo>
                    <a:pt x="339" y="0"/>
                    <a:pt x="300" y="6"/>
                    <a:pt x="262" y="19"/>
                  </a:cubicBezTo>
                  <a:cubicBezTo>
                    <a:pt x="83" y="79"/>
                    <a:pt x="0" y="269"/>
                    <a:pt x="60" y="448"/>
                  </a:cubicBezTo>
                  <a:cubicBezTo>
                    <a:pt x="107" y="590"/>
                    <a:pt x="238" y="680"/>
                    <a:pt x="380" y="680"/>
                  </a:cubicBezTo>
                  <a:cubicBezTo>
                    <a:pt x="416" y="680"/>
                    <a:pt x="452" y="674"/>
                    <a:pt x="488" y="662"/>
                  </a:cubicBezTo>
                  <a:cubicBezTo>
                    <a:pt x="667" y="603"/>
                    <a:pt x="762" y="412"/>
                    <a:pt x="702" y="234"/>
                  </a:cubicBezTo>
                  <a:cubicBezTo>
                    <a:pt x="656" y="84"/>
                    <a:pt x="521" y="0"/>
                    <a:pt x="3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853769" y="1486664"/>
              <a:ext cx="15296" cy="13674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69" y="1"/>
                  </a:moveTo>
                  <a:cubicBezTo>
                    <a:pt x="61" y="1"/>
                    <a:pt x="54" y="2"/>
                    <a:pt x="48" y="6"/>
                  </a:cubicBezTo>
                  <a:cubicBezTo>
                    <a:pt x="24" y="17"/>
                    <a:pt x="0" y="53"/>
                    <a:pt x="24" y="77"/>
                  </a:cubicBezTo>
                  <a:cubicBezTo>
                    <a:pt x="24" y="104"/>
                    <a:pt x="37" y="117"/>
                    <a:pt x="64" y="117"/>
                  </a:cubicBezTo>
                  <a:cubicBezTo>
                    <a:pt x="73" y="117"/>
                    <a:pt x="84" y="116"/>
                    <a:pt x="96" y="113"/>
                  </a:cubicBezTo>
                  <a:cubicBezTo>
                    <a:pt x="119" y="89"/>
                    <a:pt x="131" y="65"/>
                    <a:pt x="119" y="29"/>
                  </a:cubicBezTo>
                  <a:cubicBezTo>
                    <a:pt x="111" y="12"/>
                    <a:pt x="89" y="1"/>
                    <a:pt x="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005451" y="1551555"/>
              <a:ext cx="18077" cy="14485"/>
            </a:xfrm>
            <a:custGeom>
              <a:avLst/>
              <a:gdLst/>
              <a:ahLst/>
              <a:cxnLst/>
              <a:rect l="l" t="t" r="r" b="b"/>
              <a:pathLst>
                <a:path w="156" h="125" extrusionOk="0">
                  <a:moveTo>
                    <a:pt x="84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25" y="17"/>
                    <a:pt x="1" y="53"/>
                    <a:pt x="25" y="88"/>
                  </a:cubicBezTo>
                  <a:cubicBezTo>
                    <a:pt x="37" y="112"/>
                    <a:pt x="60" y="124"/>
                    <a:pt x="96" y="124"/>
                  </a:cubicBezTo>
                  <a:cubicBezTo>
                    <a:pt x="144" y="112"/>
                    <a:pt x="156" y="88"/>
                    <a:pt x="144" y="53"/>
                  </a:cubicBezTo>
                  <a:cubicBezTo>
                    <a:pt x="126" y="16"/>
                    <a:pt x="107" y="1"/>
                    <a:pt x="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956534" y="2220554"/>
              <a:ext cx="34647" cy="31287"/>
            </a:xfrm>
            <a:custGeom>
              <a:avLst/>
              <a:gdLst/>
              <a:ahLst/>
              <a:cxnLst/>
              <a:rect l="l" t="t" r="r" b="b"/>
              <a:pathLst>
                <a:path w="299" h="270" extrusionOk="0">
                  <a:moveTo>
                    <a:pt x="156" y="1"/>
                  </a:moveTo>
                  <a:cubicBezTo>
                    <a:pt x="135" y="1"/>
                    <a:pt x="114" y="6"/>
                    <a:pt x="96" y="17"/>
                  </a:cubicBezTo>
                  <a:cubicBezTo>
                    <a:pt x="36" y="53"/>
                    <a:pt x="0" y="124"/>
                    <a:pt x="36" y="196"/>
                  </a:cubicBezTo>
                  <a:cubicBezTo>
                    <a:pt x="53" y="239"/>
                    <a:pt x="96" y="270"/>
                    <a:pt x="149" y="270"/>
                  </a:cubicBezTo>
                  <a:cubicBezTo>
                    <a:pt x="170" y="270"/>
                    <a:pt x="192" y="265"/>
                    <a:pt x="215" y="255"/>
                  </a:cubicBezTo>
                  <a:cubicBezTo>
                    <a:pt x="274" y="232"/>
                    <a:pt x="298" y="160"/>
                    <a:pt x="274" y="77"/>
                  </a:cubicBezTo>
                  <a:cubicBezTo>
                    <a:pt x="250" y="27"/>
                    <a:pt x="20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086200" y="2567951"/>
              <a:ext cx="55273" cy="48668"/>
            </a:xfrm>
            <a:custGeom>
              <a:avLst/>
              <a:gdLst/>
              <a:ahLst/>
              <a:cxnLst/>
              <a:rect l="l" t="t" r="r" b="b"/>
              <a:pathLst>
                <a:path w="477" h="420" extrusionOk="0">
                  <a:moveTo>
                    <a:pt x="238" y="1"/>
                  </a:moveTo>
                  <a:cubicBezTo>
                    <a:pt x="207" y="1"/>
                    <a:pt x="175" y="7"/>
                    <a:pt x="143" y="20"/>
                  </a:cubicBezTo>
                  <a:cubicBezTo>
                    <a:pt x="48" y="79"/>
                    <a:pt x="1" y="198"/>
                    <a:pt x="48" y="293"/>
                  </a:cubicBezTo>
                  <a:cubicBezTo>
                    <a:pt x="92" y="372"/>
                    <a:pt x="168" y="419"/>
                    <a:pt x="243" y="419"/>
                  </a:cubicBezTo>
                  <a:cubicBezTo>
                    <a:pt x="270" y="419"/>
                    <a:pt x="297" y="413"/>
                    <a:pt x="322" y="401"/>
                  </a:cubicBezTo>
                  <a:cubicBezTo>
                    <a:pt x="429" y="341"/>
                    <a:pt x="477" y="222"/>
                    <a:pt x="429" y="115"/>
                  </a:cubicBezTo>
                  <a:cubicBezTo>
                    <a:pt x="394" y="45"/>
                    <a:pt x="321" y="1"/>
                    <a:pt x="2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906579" y="2283012"/>
              <a:ext cx="84358" cy="74972"/>
            </a:xfrm>
            <a:custGeom>
              <a:avLst/>
              <a:gdLst/>
              <a:ahLst/>
              <a:cxnLst/>
              <a:rect l="l" t="t" r="r" b="b"/>
              <a:pathLst>
                <a:path w="728" h="647" extrusionOk="0">
                  <a:moveTo>
                    <a:pt x="376" y="0"/>
                  </a:moveTo>
                  <a:cubicBezTo>
                    <a:pt x="325" y="0"/>
                    <a:pt x="274" y="13"/>
                    <a:pt x="227" y="38"/>
                  </a:cubicBezTo>
                  <a:cubicBezTo>
                    <a:pt x="60" y="109"/>
                    <a:pt x="1" y="300"/>
                    <a:pt x="72" y="467"/>
                  </a:cubicBezTo>
                  <a:cubicBezTo>
                    <a:pt x="122" y="583"/>
                    <a:pt x="235" y="647"/>
                    <a:pt x="352" y="647"/>
                  </a:cubicBezTo>
                  <a:cubicBezTo>
                    <a:pt x="403" y="647"/>
                    <a:pt x="454" y="635"/>
                    <a:pt x="501" y="609"/>
                  </a:cubicBezTo>
                  <a:cubicBezTo>
                    <a:pt x="668" y="538"/>
                    <a:pt x="727" y="347"/>
                    <a:pt x="656" y="181"/>
                  </a:cubicBezTo>
                  <a:cubicBezTo>
                    <a:pt x="606" y="65"/>
                    <a:pt x="492" y="0"/>
                    <a:pt x="3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85277" y="1518183"/>
              <a:ext cx="55274" cy="48553"/>
            </a:xfrm>
            <a:custGeom>
              <a:avLst/>
              <a:gdLst/>
              <a:ahLst/>
              <a:cxnLst/>
              <a:rect l="l" t="t" r="r" b="b"/>
              <a:pathLst>
                <a:path w="477" h="419" extrusionOk="0">
                  <a:moveTo>
                    <a:pt x="233" y="1"/>
                  </a:moveTo>
                  <a:cubicBezTo>
                    <a:pt x="202" y="1"/>
                    <a:pt x="172" y="7"/>
                    <a:pt x="143" y="19"/>
                  </a:cubicBezTo>
                  <a:cubicBezTo>
                    <a:pt x="48" y="55"/>
                    <a:pt x="0" y="198"/>
                    <a:pt x="48" y="293"/>
                  </a:cubicBezTo>
                  <a:cubicBezTo>
                    <a:pt x="74" y="372"/>
                    <a:pt x="159" y="419"/>
                    <a:pt x="240" y="419"/>
                  </a:cubicBezTo>
                  <a:cubicBezTo>
                    <a:pt x="269" y="419"/>
                    <a:pt x="297" y="413"/>
                    <a:pt x="322" y="400"/>
                  </a:cubicBezTo>
                  <a:cubicBezTo>
                    <a:pt x="429" y="353"/>
                    <a:pt x="477" y="222"/>
                    <a:pt x="429" y="115"/>
                  </a:cubicBezTo>
                  <a:cubicBezTo>
                    <a:pt x="394" y="45"/>
                    <a:pt x="315" y="1"/>
                    <a:pt x="2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415740" y="2941073"/>
              <a:ext cx="62110" cy="54114"/>
            </a:xfrm>
            <a:custGeom>
              <a:avLst/>
              <a:gdLst/>
              <a:ahLst/>
              <a:cxnLst/>
              <a:rect l="l" t="t" r="r" b="b"/>
              <a:pathLst>
                <a:path w="536" h="467" extrusionOk="0">
                  <a:moveTo>
                    <a:pt x="263" y="1"/>
                  </a:moveTo>
                  <a:cubicBezTo>
                    <a:pt x="226" y="1"/>
                    <a:pt x="190" y="9"/>
                    <a:pt x="155" y="26"/>
                  </a:cubicBezTo>
                  <a:cubicBezTo>
                    <a:pt x="60" y="86"/>
                    <a:pt x="0" y="217"/>
                    <a:pt x="60" y="336"/>
                  </a:cubicBezTo>
                  <a:cubicBezTo>
                    <a:pt x="103" y="414"/>
                    <a:pt x="184" y="467"/>
                    <a:pt x="271" y="467"/>
                  </a:cubicBezTo>
                  <a:cubicBezTo>
                    <a:pt x="304" y="467"/>
                    <a:pt x="337" y="459"/>
                    <a:pt x="369" y="443"/>
                  </a:cubicBezTo>
                  <a:cubicBezTo>
                    <a:pt x="476" y="383"/>
                    <a:pt x="536" y="252"/>
                    <a:pt x="476" y="133"/>
                  </a:cubicBezTo>
                  <a:cubicBezTo>
                    <a:pt x="434" y="49"/>
                    <a:pt x="350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625360" y="2598659"/>
              <a:ext cx="31866" cy="25725"/>
            </a:xfrm>
            <a:custGeom>
              <a:avLst/>
              <a:gdLst/>
              <a:ahLst/>
              <a:cxnLst/>
              <a:rect l="l" t="t" r="r" b="b"/>
              <a:pathLst>
                <a:path w="275" h="222" extrusionOk="0">
                  <a:moveTo>
                    <a:pt x="126" y="1"/>
                  </a:moveTo>
                  <a:cubicBezTo>
                    <a:pt x="115" y="1"/>
                    <a:pt x="104" y="2"/>
                    <a:pt x="96" y="5"/>
                  </a:cubicBezTo>
                  <a:cubicBezTo>
                    <a:pt x="37" y="28"/>
                    <a:pt x="1" y="88"/>
                    <a:pt x="37" y="148"/>
                  </a:cubicBezTo>
                  <a:cubicBezTo>
                    <a:pt x="54" y="191"/>
                    <a:pt x="90" y="221"/>
                    <a:pt x="131" y="221"/>
                  </a:cubicBezTo>
                  <a:cubicBezTo>
                    <a:pt x="147" y="221"/>
                    <a:pt x="163" y="217"/>
                    <a:pt x="180" y="207"/>
                  </a:cubicBezTo>
                  <a:cubicBezTo>
                    <a:pt x="239" y="183"/>
                    <a:pt x="275" y="124"/>
                    <a:pt x="239" y="64"/>
                  </a:cubicBezTo>
                  <a:cubicBezTo>
                    <a:pt x="221" y="18"/>
                    <a:pt x="166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746798" y="2622297"/>
              <a:ext cx="30475" cy="26304"/>
            </a:xfrm>
            <a:custGeom>
              <a:avLst/>
              <a:gdLst/>
              <a:ahLst/>
              <a:cxnLst/>
              <a:rect l="l" t="t" r="r" b="b"/>
              <a:pathLst>
                <a:path w="263" h="227" extrusionOk="0">
                  <a:moveTo>
                    <a:pt x="108" y="1"/>
                  </a:moveTo>
                  <a:cubicBezTo>
                    <a:pt x="100" y="1"/>
                    <a:pt x="92" y="1"/>
                    <a:pt x="84" y="3"/>
                  </a:cubicBezTo>
                  <a:cubicBezTo>
                    <a:pt x="24" y="27"/>
                    <a:pt x="1" y="98"/>
                    <a:pt x="24" y="158"/>
                  </a:cubicBezTo>
                  <a:cubicBezTo>
                    <a:pt x="33" y="202"/>
                    <a:pt x="81" y="227"/>
                    <a:pt x="130" y="227"/>
                  </a:cubicBezTo>
                  <a:cubicBezTo>
                    <a:pt x="147" y="227"/>
                    <a:pt x="164" y="224"/>
                    <a:pt x="179" y="217"/>
                  </a:cubicBezTo>
                  <a:cubicBezTo>
                    <a:pt x="239" y="205"/>
                    <a:pt x="263" y="122"/>
                    <a:pt x="239" y="63"/>
                  </a:cubicBezTo>
                  <a:cubicBezTo>
                    <a:pt x="208" y="32"/>
                    <a:pt x="159" y="1"/>
                    <a:pt x="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299863" y="2547325"/>
              <a:ext cx="48320" cy="41715"/>
            </a:xfrm>
            <a:custGeom>
              <a:avLst/>
              <a:gdLst/>
              <a:ahLst/>
              <a:cxnLst/>
              <a:rect l="l" t="t" r="r" b="b"/>
              <a:pathLst>
                <a:path w="417" h="360" extrusionOk="0">
                  <a:moveTo>
                    <a:pt x="212" y="0"/>
                  </a:moveTo>
                  <a:cubicBezTo>
                    <a:pt x="185" y="0"/>
                    <a:pt x="157" y="6"/>
                    <a:pt x="131" y="19"/>
                  </a:cubicBezTo>
                  <a:cubicBezTo>
                    <a:pt x="48" y="55"/>
                    <a:pt x="0" y="162"/>
                    <a:pt x="48" y="257"/>
                  </a:cubicBezTo>
                  <a:cubicBezTo>
                    <a:pt x="74" y="318"/>
                    <a:pt x="137" y="359"/>
                    <a:pt x="207" y="359"/>
                  </a:cubicBezTo>
                  <a:cubicBezTo>
                    <a:pt x="233" y="359"/>
                    <a:pt x="260" y="354"/>
                    <a:pt x="286" y="341"/>
                  </a:cubicBezTo>
                  <a:cubicBezTo>
                    <a:pt x="369" y="293"/>
                    <a:pt x="417" y="198"/>
                    <a:pt x="369" y="102"/>
                  </a:cubicBezTo>
                  <a:cubicBezTo>
                    <a:pt x="352" y="42"/>
                    <a:pt x="284" y="0"/>
                    <a:pt x="2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288984" y="2452654"/>
              <a:ext cx="27694" cy="23523"/>
            </a:xfrm>
            <a:custGeom>
              <a:avLst/>
              <a:gdLst/>
              <a:ahLst/>
              <a:cxnLst/>
              <a:rect l="l" t="t" r="r" b="b"/>
              <a:pathLst>
                <a:path w="239" h="203" extrusionOk="0">
                  <a:moveTo>
                    <a:pt x="119" y="0"/>
                  </a:moveTo>
                  <a:cubicBezTo>
                    <a:pt x="106" y="0"/>
                    <a:pt x="94" y="4"/>
                    <a:pt x="84" y="15"/>
                  </a:cubicBezTo>
                  <a:cubicBezTo>
                    <a:pt x="37" y="38"/>
                    <a:pt x="1" y="98"/>
                    <a:pt x="37" y="146"/>
                  </a:cubicBezTo>
                  <a:cubicBezTo>
                    <a:pt x="54" y="180"/>
                    <a:pt x="91" y="202"/>
                    <a:pt x="128" y="202"/>
                  </a:cubicBezTo>
                  <a:cubicBezTo>
                    <a:pt x="141" y="202"/>
                    <a:pt x="155" y="200"/>
                    <a:pt x="168" y="193"/>
                  </a:cubicBezTo>
                  <a:cubicBezTo>
                    <a:pt x="215" y="157"/>
                    <a:pt x="239" y="98"/>
                    <a:pt x="215" y="62"/>
                  </a:cubicBezTo>
                  <a:cubicBezTo>
                    <a:pt x="190" y="28"/>
                    <a:pt x="152" y="0"/>
                    <a:pt x="1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323515" y="2324611"/>
              <a:ext cx="16686" cy="12978"/>
            </a:xfrm>
            <a:custGeom>
              <a:avLst/>
              <a:gdLst/>
              <a:ahLst/>
              <a:cxnLst/>
              <a:rect l="l" t="t" r="r" b="b"/>
              <a:pathLst>
                <a:path w="144" h="112" extrusionOk="0">
                  <a:moveTo>
                    <a:pt x="48" y="0"/>
                  </a:moveTo>
                  <a:cubicBezTo>
                    <a:pt x="24" y="12"/>
                    <a:pt x="0" y="48"/>
                    <a:pt x="24" y="72"/>
                  </a:cubicBezTo>
                  <a:cubicBezTo>
                    <a:pt x="33" y="99"/>
                    <a:pt x="49" y="112"/>
                    <a:pt x="71" y="112"/>
                  </a:cubicBezTo>
                  <a:cubicBezTo>
                    <a:pt x="79" y="112"/>
                    <a:pt x="87" y="110"/>
                    <a:pt x="96" y="108"/>
                  </a:cubicBezTo>
                  <a:cubicBezTo>
                    <a:pt x="120" y="96"/>
                    <a:pt x="143" y="60"/>
                    <a:pt x="120" y="36"/>
                  </a:cubicBezTo>
                  <a:cubicBezTo>
                    <a:pt x="108" y="12"/>
                    <a:pt x="84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192459" y="2255665"/>
              <a:ext cx="13905" cy="11588"/>
            </a:xfrm>
            <a:custGeom>
              <a:avLst/>
              <a:gdLst/>
              <a:ahLst/>
              <a:cxnLst/>
              <a:rect l="l" t="t" r="r" b="b"/>
              <a:pathLst>
                <a:path w="120" h="100" extrusionOk="0">
                  <a:moveTo>
                    <a:pt x="48" y="0"/>
                  </a:moveTo>
                  <a:cubicBezTo>
                    <a:pt x="24" y="0"/>
                    <a:pt x="0" y="36"/>
                    <a:pt x="24" y="60"/>
                  </a:cubicBezTo>
                  <a:cubicBezTo>
                    <a:pt x="24" y="86"/>
                    <a:pt x="38" y="100"/>
                    <a:pt x="59" y="100"/>
                  </a:cubicBezTo>
                  <a:cubicBezTo>
                    <a:pt x="67" y="100"/>
                    <a:pt x="75" y="98"/>
                    <a:pt x="84" y="95"/>
                  </a:cubicBezTo>
                  <a:cubicBezTo>
                    <a:pt x="108" y="95"/>
                    <a:pt x="119" y="60"/>
                    <a:pt x="108" y="36"/>
                  </a:cubicBezTo>
                  <a:cubicBezTo>
                    <a:pt x="108" y="12"/>
                    <a:pt x="84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589554" y="2128433"/>
              <a:ext cx="34531" cy="30360"/>
            </a:xfrm>
            <a:custGeom>
              <a:avLst/>
              <a:gdLst/>
              <a:ahLst/>
              <a:cxnLst/>
              <a:rect l="l" t="t" r="r" b="b"/>
              <a:pathLst>
                <a:path w="298" h="262" extrusionOk="0">
                  <a:moveTo>
                    <a:pt x="149" y="0"/>
                  </a:moveTo>
                  <a:cubicBezTo>
                    <a:pt x="129" y="0"/>
                    <a:pt x="107" y="5"/>
                    <a:pt x="84" y="15"/>
                  </a:cubicBezTo>
                  <a:cubicBezTo>
                    <a:pt x="24" y="38"/>
                    <a:pt x="0" y="134"/>
                    <a:pt x="24" y="193"/>
                  </a:cubicBezTo>
                  <a:cubicBezTo>
                    <a:pt x="51" y="237"/>
                    <a:pt x="103" y="262"/>
                    <a:pt x="153" y="262"/>
                  </a:cubicBezTo>
                  <a:cubicBezTo>
                    <a:pt x="170" y="262"/>
                    <a:pt x="187" y="259"/>
                    <a:pt x="203" y="253"/>
                  </a:cubicBezTo>
                  <a:cubicBezTo>
                    <a:pt x="262" y="217"/>
                    <a:pt x="298" y="134"/>
                    <a:pt x="262" y="74"/>
                  </a:cubicBezTo>
                  <a:cubicBezTo>
                    <a:pt x="245" y="31"/>
                    <a:pt x="203" y="0"/>
                    <a:pt x="1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050150" y="1989960"/>
              <a:ext cx="49711" cy="43801"/>
            </a:xfrm>
            <a:custGeom>
              <a:avLst/>
              <a:gdLst/>
              <a:ahLst/>
              <a:cxnLst/>
              <a:rect l="l" t="t" r="r" b="b"/>
              <a:pathLst>
                <a:path w="429" h="378" extrusionOk="0">
                  <a:moveTo>
                    <a:pt x="215" y="0"/>
                  </a:moveTo>
                  <a:cubicBezTo>
                    <a:pt x="189" y="0"/>
                    <a:pt x="160" y="6"/>
                    <a:pt x="131" y="19"/>
                  </a:cubicBezTo>
                  <a:cubicBezTo>
                    <a:pt x="36" y="67"/>
                    <a:pt x="0" y="186"/>
                    <a:pt x="36" y="269"/>
                  </a:cubicBezTo>
                  <a:cubicBezTo>
                    <a:pt x="71" y="340"/>
                    <a:pt x="146" y="378"/>
                    <a:pt x="222" y="378"/>
                  </a:cubicBezTo>
                  <a:cubicBezTo>
                    <a:pt x="247" y="378"/>
                    <a:pt x="273" y="373"/>
                    <a:pt x="298" y="364"/>
                  </a:cubicBezTo>
                  <a:cubicBezTo>
                    <a:pt x="381" y="317"/>
                    <a:pt x="429" y="198"/>
                    <a:pt x="381" y="102"/>
                  </a:cubicBezTo>
                  <a:cubicBezTo>
                    <a:pt x="346" y="42"/>
                    <a:pt x="287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443318" y="2214529"/>
              <a:ext cx="30475" cy="27115"/>
            </a:xfrm>
            <a:custGeom>
              <a:avLst/>
              <a:gdLst/>
              <a:ahLst/>
              <a:cxnLst/>
              <a:rect l="l" t="t" r="r" b="b"/>
              <a:pathLst>
                <a:path w="263" h="234" extrusionOk="0">
                  <a:moveTo>
                    <a:pt x="129" y="1"/>
                  </a:moveTo>
                  <a:cubicBezTo>
                    <a:pt x="114" y="1"/>
                    <a:pt x="99" y="4"/>
                    <a:pt x="84" y="10"/>
                  </a:cubicBezTo>
                  <a:cubicBezTo>
                    <a:pt x="24" y="45"/>
                    <a:pt x="0" y="105"/>
                    <a:pt x="24" y="165"/>
                  </a:cubicBezTo>
                  <a:cubicBezTo>
                    <a:pt x="42" y="209"/>
                    <a:pt x="79" y="233"/>
                    <a:pt x="126" y="233"/>
                  </a:cubicBezTo>
                  <a:cubicBezTo>
                    <a:pt x="143" y="233"/>
                    <a:pt x="160" y="230"/>
                    <a:pt x="179" y="224"/>
                  </a:cubicBezTo>
                  <a:cubicBezTo>
                    <a:pt x="238" y="188"/>
                    <a:pt x="262" y="129"/>
                    <a:pt x="238" y="69"/>
                  </a:cubicBezTo>
                  <a:cubicBezTo>
                    <a:pt x="212" y="25"/>
                    <a:pt x="172" y="1"/>
                    <a:pt x="1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626750" y="2305260"/>
              <a:ext cx="34647" cy="30707"/>
            </a:xfrm>
            <a:custGeom>
              <a:avLst/>
              <a:gdLst/>
              <a:ahLst/>
              <a:cxnLst/>
              <a:rect l="l" t="t" r="r" b="b"/>
              <a:pathLst>
                <a:path w="299" h="265" extrusionOk="0">
                  <a:moveTo>
                    <a:pt x="163" y="0"/>
                  </a:moveTo>
                  <a:cubicBezTo>
                    <a:pt x="140" y="0"/>
                    <a:pt x="116" y="8"/>
                    <a:pt x="96" y="24"/>
                  </a:cubicBezTo>
                  <a:cubicBezTo>
                    <a:pt x="37" y="48"/>
                    <a:pt x="1" y="132"/>
                    <a:pt x="37" y="191"/>
                  </a:cubicBezTo>
                  <a:cubicBezTo>
                    <a:pt x="54" y="234"/>
                    <a:pt x="109" y="265"/>
                    <a:pt x="160" y="265"/>
                  </a:cubicBezTo>
                  <a:cubicBezTo>
                    <a:pt x="180" y="265"/>
                    <a:pt x="199" y="261"/>
                    <a:pt x="215" y="251"/>
                  </a:cubicBezTo>
                  <a:cubicBezTo>
                    <a:pt x="275" y="227"/>
                    <a:pt x="298" y="144"/>
                    <a:pt x="275" y="84"/>
                  </a:cubicBezTo>
                  <a:cubicBezTo>
                    <a:pt x="251" y="29"/>
                    <a:pt x="207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215377" y="2841999"/>
              <a:ext cx="2897" cy="4172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13" y="0"/>
                  </a:moveTo>
                  <a:cubicBezTo>
                    <a:pt x="1" y="0"/>
                    <a:pt x="1" y="12"/>
                    <a:pt x="1" y="12"/>
                  </a:cubicBezTo>
                  <a:cubicBezTo>
                    <a:pt x="1" y="36"/>
                    <a:pt x="13" y="36"/>
                    <a:pt x="13" y="36"/>
                  </a:cubicBezTo>
                  <a:cubicBezTo>
                    <a:pt x="25" y="36"/>
                    <a:pt x="25" y="12"/>
                    <a:pt x="25" y="12"/>
                  </a:cubicBezTo>
                  <a:cubicBezTo>
                    <a:pt x="25" y="0"/>
                    <a:pt x="13" y="0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520363" y="3032384"/>
              <a:ext cx="37312" cy="32561"/>
            </a:xfrm>
            <a:custGeom>
              <a:avLst/>
              <a:gdLst/>
              <a:ahLst/>
              <a:cxnLst/>
              <a:rect l="l" t="t" r="r" b="b"/>
              <a:pathLst>
                <a:path w="322" h="281" extrusionOk="0">
                  <a:moveTo>
                    <a:pt x="169" y="0"/>
                  </a:moveTo>
                  <a:cubicBezTo>
                    <a:pt x="152" y="0"/>
                    <a:pt x="136" y="4"/>
                    <a:pt x="119" y="12"/>
                  </a:cubicBezTo>
                  <a:cubicBezTo>
                    <a:pt x="48" y="36"/>
                    <a:pt x="0" y="119"/>
                    <a:pt x="24" y="191"/>
                  </a:cubicBezTo>
                  <a:cubicBezTo>
                    <a:pt x="53" y="240"/>
                    <a:pt x="106" y="280"/>
                    <a:pt x="164" y="280"/>
                  </a:cubicBezTo>
                  <a:cubicBezTo>
                    <a:pt x="177" y="280"/>
                    <a:pt x="190" y="278"/>
                    <a:pt x="202" y="274"/>
                  </a:cubicBezTo>
                  <a:cubicBezTo>
                    <a:pt x="286" y="250"/>
                    <a:pt x="321" y="179"/>
                    <a:pt x="298" y="95"/>
                  </a:cubicBezTo>
                  <a:cubicBezTo>
                    <a:pt x="270" y="41"/>
                    <a:pt x="22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409933" y="2653816"/>
              <a:ext cx="56664" cy="49479"/>
            </a:xfrm>
            <a:custGeom>
              <a:avLst/>
              <a:gdLst/>
              <a:ahLst/>
              <a:cxnLst/>
              <a:rect l="l" t="t" r="r" b="b"/>
              <a:pathLst>
                <a:path w="489" h="427" extrusionOk="0">
                  <a:moveTo>
                    <a:pt x="255" y="0"/>
                  </a:moveTo>
                  <a:cubicBezTo>
                    <a:pt x="230" y="0"/>
                    <a:pt x="204" y="6"/>
                    <a:pt x="179" y="17"/>
                  </a:cubicBezTo>
                  <a:cubicBezTo>
                    <a:pt x="60" y="64"/>
                    <a:pt x="1" y="184"/>
                    <a:pt x="48" y="291"/>
                  </a:cubicBezTo>
                  <a:cubicBezTo>
                    <a:pt x="68" y="372"/>
                    <a:pt x="158" y="427"/>
                    <a:pt x="257" y="427"/>
                  </a:cubicBezTo>
                  <a:cubicBezTo>
                    <a:pt x="275" y="427"/>
                    <a:pt x="292" y="425"/>
                    <a:pt x="310" y="422"/>
                  </a:cubicBezTo>
                  <a:cubicBezTo>
                    <a:pt x="429" y="374"/>
                    <a:pt x="489" y="255"/>
                    <a:pt x="441" y="148"/>
                  </a:cubicBezTo>
                  <a:cubicBezTo>
                    <a:pt x="414" y="57"/>
                    <a:pt x="337" y="0"/>
                    <a:pt x="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202978" y="3012221"/>
              <a:ext cx="84242" cy="74856"/>
            </a:xfrm>
            <a:custGeom>
              <a:avLst/>
              <a:gdLst/>
              <a:ahLst/>
              <a:cxnLst/>
              <a:rect l="l" t="t" r="r" b="b"/>
              <a:pathLst>
                <a:path w="727" h="646" extrusionOk="0">
                  <a:moveTo>
                    <a:pt x="362" y="0"/>
                  </a:moveTo>
                  <a:cubicBezTo>
                    <a:pt x="324" y="0"/>
                    <a:pt x="287" y="6"/>
                    <a:pt x="251" y="19"/>
                  </a:cubicBezTo>
                  <a:cubicBezTo>
                    <a:pt x="84" y="79"/>
                    <a:pt x="1" y="269"/>
                    <a:pt x="60" y="436"/>
                  </a:cubicBezTo>
                  <a:cubicBezTo>
                    <a:pt x="107" y="566"/>
                    <a:pt x="233" y="646"/>
                    <a:pt x="366" y="646"/>
                  </a:cubicBezTo>
                  <a:cubicBezTo>
                    <a:pt x="403" y="646"/>
                    <a:pt x="440" y="640"/>
                    <a:pt x="477" y="627"/>
                  </a:cubicBezTo>
                  <a:cubicBezTo>
                    <a:pt x="632" y="567"/>
                    <a:pt x="727" y="377"/>
                    <a:pt x="667" y="210"/>
                  </a:cubicBezTo>
                  <a:cubicBezTo>
                    <a:pt x="621" y="80"/>
                    <a:pt x="494" y="0"/>
                    <a:pt x="3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447129" y="3088352"/>
              <a:ext cx="55389" cy="49595"/>
            </a:xfrm>
            <a:custGeom>
              <a:avLst/>
              <a:gdLst/>
              <a:ahLst/>
              <a:cxnLst/>
              <a:rect l="l" t="t" r="r" b="b"/>
              <a:pathLst>
                <a:path w="478" h="428" extrusionOk="0">
                  <a:moveTo>
                    <a:pt x="257" y="1"/>
                  </a:moveTo>
                  <a:cubicBezTo>
                    <a:pt x="231" y="1"/>
                    <a:pt x="205" y="6"/>
                    <a:pt x="180" y="17"/>
                  </a:cubicBezTo>
                  <a:cubicBezTo>
                    <a:pt x="61" y="53"/>
                    <a:pt x="1" y="184"/>
                    <a:pt x="49" y="291"/>
                  </a:cubicBezTo>
                  <a:cubicBezTo>
                    <a:pt x="89" y="372"/>
                    <a:pt x="181" y="427"/>
                    <a:pt x="274" y="427"/>
                  </a:cubicBezTo>
                  <a:cubicBezTo>
                    <a:pt x="290" y="427"/>
                    <a:pt x="306" y="426"/>
                    <a:pt x="322" y="422"/>
                  </a:cubicBezTo>
                  <a:cubicBezTo>
                    <a:pt x="442" y="386"/>
                    <a:pt x="477" y="267"/>
                    <a:pt x="453" y="148"/>
                  </a:cubicBezTo>
                  <a:cubicBezTo>
                    <a:pt x="426" y="57"/>
                    <a:pt x="343" y="1"/>
                    <a:pt x="2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684444" y="3062512"/>
              <a:ext cx="62226" cy="54694"/>
            </a:xfrm>
            <a:custGeom>
              <a:avLst/>
              <a:gdLst/>
              <a:ahLst/>
              <a:cxnLst/>
              <a:rect l="l" t="t" r="r" b="b"/>
              <a:pathLst>
                <a:path w="537" h="472" extrusionOk="0">
                  <a:moveTo>
                    <a:pt x="262" y="0"/>
                  </a:moveTo>
                  <a:cubicBezTo>
                    <a:pt x="238" y="0"/>
                    <a:pt x="215" y="5"/>
                    <a:pt x="191" y="14"/>
                  </a:cubicBezTo>
                  <a:cubicBezTo>
                    <a:pt x="72" y="62"/>
                    <a:pt x="1" y="193"/>
                    <a:pt x="37" y="312"/>
                  </a:cubicBezTo>
                  <a:cubicBezTo>
                    <a:pt x="77" y="413"/>
                    <a:pt x="179" y="472"/>
                    <a:pt x="282" y="472"/>
                  </a:cubicBezTo>
                  <a:cubicBezTo>
                    <a:pt x="299" y="472"/>
                    <a:pt x="317" y="470"/>
                    <a:pt x="334" y="467"/>
                  </a:cubicBezTo>
                  <a:cubicBezTo>
                    <a:pt x="453" y="419"/>
                    <a:pt x="537" y="288"/>
                    <a:pt x="489" y="169"/>
                  </a:cubicBezTo>
                  <a:cubicBezTo>
                    <a:pt x="451" y="73"/>
                    <a:pt x="358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03099" y="2823690"/>
              <a:ext cx="62226" cy="54578"/>
            </a:xfrm>
            <a:custGeom>
              <a:avLst/>
              <a:gdLst/>
              <a:ahLst/>
              <a:cxnLst/>
              <a:rect l="l" t="t" r="r" b="b"/>
              <a:pathLst>
                <a:path w="537" h="471" extrusionOk="0">
                  <a:moveTo>
                    <a:pt x="268" y="0"/>
                  </a:moveTo>
                  <a:cubicBezTo>
                    <a:pt x="242" y="0"/>
                    <a:pt x="216" y="5"/>
                    <a:pt x="191" y="15"/>
                  </a:cubicBezTo>
                  <a:cubicBezTo>
                    <a:pt x="72" y="51"/>
                    <a:pt x="0" y="194"/>
                    <a:pt x="36" y="313"/>
                  </a:cubicBezTo>
                  <a:cubicBezTo>
                    <a:pt x="64" y="407"/>
                    <a:pt x="151" y="471"/>
                    <a:pt x="251" y="471"/>
                  </a:cubicBezTo>
                  <a:cubicBezTo>
                    <a:pt x="278" y="471"/>
                    <a:pt x="306" y="466"/>
                    <a:pt x="334" y="456"/>
                  </a:cubicBezTo>
                  <a:cubicBezTo>
                    <a:pt x="465" y="408"/>
                    <a:pt x="536" y="277"/>
                    <a:pt x="489" y="158"/>
                  </a:cubicBezTo>
                  <a:cubicBezTo>
                    <a:pt x="451" y="65"/>
                    <a:pt x="362" y="0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991851" y="2636898"/>
              <a:ext cx="87023" cy="76362"/>
            </a:xfrm>
            <a:custGeom>
              <a:avLst/>
              <a:gdLst/>
              <a:ahLst/>
              <a:cxnLst/>
              <a:rect l="l" t="t" r="r" b="b"/>
              <a:pathLst>
                <a:path w="751" h="659" extrusionOk="0">
                  <a:moveTo>
                    <a:pt x="389" y="1"/>
                  </a:moveTo>
                  <a:cubicBezTo>
                    <a:pt x="352" y="1"/>
                    <a:pt x="313" y="7"/>
                    <a:pt x="275" y="20"/>
                  </a:cubicBezTo>
                  <a:cubicBezTo>
                    <a:pt x="96" y="79"/>
                    <a:pt x="1" y="258"/>
                    <a:pt x="60" y="437"/>
                  </a:cubicBezTo>
                  <a:cubicBezTo>
                    <a:pt x="107" y="577"/>
                    <a:pt x="242" y="658"/>
                    <a:pt x="372" y="658"/>
                  </a:cubicBezTo>
                  <a:cubicBezTo>
                    <a:pt x="408" y="658"/>
                    <a:pt x="444" y="652"/>
                    <a:pt x="477" y="639"/>
                  </a:cubicBezTo>
                  <a:cubicBezTo>
                    <a:pt x="656" y="580"/>
                    <a:pt x="751" y="401"/>
                    <a:pt x="691" y="222"/>
                  </a:cubicBezTo>
                  <a:cubicBezTo>
                    <a:pt x="645" y="82"/>
                    <a:pt x="525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895571" y="2698196"/>
              <a:ext cx="30475" cy="26999"/>
            </a:xfrm>
            <a:custGeom>
              <a:avLst/>
              <a:gdLst/>
              <a:ahLst/>
              <a:cxnLst/>
              <a:rect l="l" t="t" r="r" b="b"/>
              <a:pathLst>
                <a:path w="263" h="233" extrusionOk="0">
                  <a:moveTo>
                    <a:pt x="119" y="1"/>
                  </a:moveTo>
                  <a:cubicBezTo>
                    <a:pt x="111" y="1"/>
                    <a:pt x="103" y="1"/>
                    <a:pt x="96" y="3"/>
                  </a:cubicBezTo>
                  <a:cubicBezTo>
                    <a:pt x="36" y="39"/>
                    <a:pt x="1" y="98"/>
                    <a:pt x="24" y="158"/>
                  </a:cubicBezTo>
                  <a:cubicBezTo>
                    <a:pt x="44" y="207"/>
                    <a:pt x="89" y="232"/>
                    <a:pt x="138" y="232"/>
                  </a:cubicBezTo>
                  <a:cubicBezTo>
                    <a:pt x="147" y="232"/>
                    <a:pt x="157" y="231"/>
                    <a:pt x="167" y="229"/>
                  </a:cubicBezTo>
                  <a:cubicBezTo>
                    <a:pt x="227" y="205"/>
                    <a:pt x="262" y="146"/>
                    <a:pt x="239" y="86"/>
                  </a:cubicBezTo>
                  <a:cubicBezTo>
                    <a:pt x="218" y="34"/>
                    <a:pt x="170" y="1"/>
                    <a:pt x="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778304" y="2660884"/>
              <a:ext cx="29085" cy="26883"/>
            </a:xfrm>
            <a:custGeom>
              <a:avLst/>
              <a:gdLst/>
              <a:ahLst/>
              <a:cxnLst/>
              <a:rect l="l" t="t" r="r" b="b"/>
              <a:pathLst>
                <a:path w="251" h="232" extrusionOk="0">
                  <a:moveTo>
                    <a:pt x="126" y="0"/>
                  </a:moveTo>
                  <a:cubicBezTo>
                    <a:pt x="116" y="0"/>
                    <a:pt x="106" y="1"/>
                    <a:pt x="96" y="3"/>
                  </a:cubicBezTo>
                  <a:cubicBezTo>
                    <a:pt x="36" y="15"/>
                    <a:pt x="0" y="87"/>
                    <a:pt x="12" y="146"/>
                  </a:cubicBezTo>
                  <a:cubicBezTo>
                    <a:pt x="33" y="198"/>
                    <a:pt x="90" y="232"/>
                    <a:pt x="144" y="232"/>
                  </a:cubicBezTo>
                  <a:cubicBezTo>
                    <a:pt x="152" y="232"/>
                    <a:pt x="159" y="231"/>
                    <a:pt x="167" y="230"/>
                  </a:cubicBezTo>
                  <a:cubicBezTo>
                    <a:pt x="227" y="206"/>
                    <a:pt x="251" y="134"/>
                    <a:pt x="239" y="75"/>
                  </a:cubicBezTo>
                  <a:cubicBezTo>
                    <a:pt x="229" y="25"/>
                    <a:pt x="177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787922" y="2811639"/>
              <a:ext cx="48436" cy="43106"/>
            </a:xfrm>
            <a:custGeom>
              <a:avLst/>
              <a:gdLst/>
              <a:ahLst/>
              <a:cxnLst/>
              <a:rect l="l" t="t" r="r" b="b"/>
              <a:pathLst>
                <a:path w="418" h="372" extrusionOk="0">
                  <a:moveTo>
                    <a:pt x="206" y="0"/>
                  </a:moveTo>
                  <a:cubicBezTo>
                    <a:pt x="186" y="0"/>
                    <a:pt x="165" y="4"/>
                    <a:pt x="144" y="12"/>
                  </a:cubicBezTo>
                  <a:cubicBezTo>
                    <a:pt x="37" y="48"/>
                    <a:pt x="1" y="155"/>
                    <a:pt x="25" y="250"/>
                  </a:cubicBezTo>
                  <a:cubicBezTo>
                    <a:pt x="57" y="325"/>
                    <a:pt x="137" y="371"/>
                    <a:pt x="230" y="371"/>
                  </a:cubicBezTo>
                  <a:cubicBezTo>
                    <a:pt x="241" y="371"/>
                    <a:pt x="252" y="371"/>
                    <a:pt x="263" y="369"/>
                  </a:cubicBezTo>
                  <a:cubicBezTo>
                    <a:pt x="370" y="322"/>
                    <a:pt x="418" y="215"/>
                    <a:pt x="382" y="131"/>
                  </a:cubicBezTo>
                  <a:cubicBezTo>
                    <a:pt x="345" y="48"/>
                    <a:pt x="279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223720" y="2776297"/>
              <a:ext cx="23523" cy="21901"/>
            </a:xfrm>
            <a:custGeom>
              <a:avLst/>
              <a:gdLst/>
              <a:ahLst/>
              <a:cxnLst/>
              <a:rect l="l" t="t" r="r" b="b"/>
              <a:pathLst>
                <a:path w="203" h="189" extrusionOk="0">
                  <a:moveTo>
                    <a:pt x="104" y="0"/>
                  </a:moveTo>
                  <a:cubicBezTo>
                    <a:pt x="93" y="0"/>
                    <a:pt x="82" y="2"/>
                    <a:pt x="72" y="8"/>
                  </a:cubicBezTo>
                  <a:cubicBezTo>
                    <a:pt x="24" y="19"/>
                    <a:pt x="0" y="79"/>
                    <a:pt x="12" y="127"/>
                  </a:cubicBezTo>
                  <a:cubicBezTo>
                    <a:pt x="22" y="158"/>
                    <a:pt x="68" y="189"/>
                    <a:pt x="111" y="189"/>
                  </a:cubicBezTo>
                  <a:cubicBezTo>
                    <a:pt x="118" y="189"/>
                    <a:pt x="125" y="188"/>
                    <a:pt x="131" y="186"/>
                  </a:cubicBezTo>
                  <a:cubicBezTo>
                    <a:pt x="179" y="162"/>
                    <a:pt x="203" y="103"/>
                    <a:pt x="191" y="67"/>
                  </a:cubicBezTo>
                  <a:cubicBezTo>
                    <a:pt x="181" y="30"/>
                    <a:pt x="143" y="0"/>
                    <a:pt x="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183627" y="2907006"/>
              <a:ext cx="15296" cy="13442"/>
            </a:xfrm>
            <a:custGeom>
              <a:avLst/>
              <a:gdLst/>
              <a:ahLst/>
              <a:cxnLst/>
              <a:rect l="l" t="t" r="r" b="b"/>
              <a:pathLst>
                <a:path w="132" h="116" extrusionOk="0">
                  <a:moveTo>
                    <a:pt x="72" y="1"/>
                  </a:moveTo>
                  <a:cubicBezTo>
                    <a:pt x="63" y="1"/>
                    <a:pt x="55" y="4"/>
                    <a:pt x="49" y="11"/>
                  </a:cubicBezTo>
                  <a:cubicBezTo>
                    <a:pt x="13" y="23"/>
                    <a:pt x="1" y="46"/>
                    <a:pt x="13" y="82"/>
                  </a:cubicBezTo>
                  <a:cubicBezTo>
                    <a:pt x="30" y="99"/>
                    <a:pt x="46" y="116"/>
                    <a:pt x="68" y="116"/>
                  </a:cubicBezTo>
                  <a:cubicBezTo>
                    <a:pt x="76" y="116"/>
                    <a:pt x="86" y="113"/>
                    <a:pt x="96" y="106"/>
                  </a:cubicBezTo>
                  <a:cubicBezTo>
                    <a:pt x="120" y="94"/>
                    <a:pt x="132" y="58"/>
                    <a:pt x="120" y="34"/>
                  </a:cubicBezTo>
                  <a:cubicBezTo>
                    <a:pt x="112" y="18"/>
                    <a:pt x="91" y="1"/>
                    <a:pt x="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307846" y="2993218"/>
              <a:ext cx="12515" cy="11704"/>
            </a:xfrm>
            <a:custGeom>
              <a:avLst/>
              <a:gdLst/>
              <a:ahLst/>
              <a:cxnLst/>
              <a:rect l="l" t="t" r="r" b="b"/>
              <a:pathLst>
                <a:path w="108" h="101" extrusionOk="0">
                  <a:moveTo>
                    <a:pt x="67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5"/>
                    <a:pt x="0" y="41"/>
                    <a:pt x="12" y="64"/>
                  </a:cubicBezTo>
                  <a:cubicBezTo>
                    <a:pt x="36" y="76"/>
                    <a:pt x="60" y="100"/>
                    <a:pt x="72" y="100"/>
                  </a:cubicBezTo>
                  <a:cubicBezTo>
                    <a:pt x="108" y="100"/>
                    <a:pt x="108" y="64"/>
                    <a:pt x="108" y="41"/>
                  </a:cubicBezTo>
                  <a:cubicBezTo>
                    <a:pt x="108" y="14"/>
                    <a:pt x="88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874829" y="3165294"/>
              <a:ext cx="34647" cy="30244"/>
            </a:xfrm>
            <a:custGeom>
              <a:avLst/>
              <a:gdLst/>
              <a:ahLst/>
              <a:cxnLst/>
              <a:rect l="l" t="t" r="r" b="b"/>
              <a:pathLst>
                <a:path w="299" h="261" extrusionOk="0">
                  <a:moveTo>
                    <a:pt x="155" y="1"/>
                  </a:moveTo>
                  <a:cubicBezTo>
                    <a:pt x="139" y="1"/>
                    <a:pt x="123" y="3"/>
                    <a:pt x="108" y="8"/>
                  </a:cubicBezTo>
                  <a:cubicBezTo>
                    <a:pt x="49" y="20"/>
                    <a:pt x="1" y="103"/>
                    <a:pt x="37" y="175"/>
                  </a:cubicBezTo>
                  <a:cubicBezTo>
                    <a:pt x="54" y="227"/>
                    <a:pt x="103" y="260"/>
                    <a:pt x="152" y="260"/>
                  </a:cubicBezTo>
                  <a:cubicBezTo>
                    <a:pt x="170" y="260"/>
                    <a:pt x="187" y="256"/>
                    <a:pt x="203" y="246"/>
                  </a:cubicBezTo>
                  <a:cubicBezTo>
                    <a:pt x="263" y="234"/>
                    <a:pt x="299" y="163"/>
                    <a:pt x="275" y="80"/>
                  </a:cubicBezTo>
                  <a:cubicBezTo>
                    <a:pt x="265" y="33"/>
                    <a:pt x="212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072166" y="2942695"/>
              <a:ext cx="48436" cy="43454"/>
            </a:xfrm>
            <a:custGeom>
              <a:avLst/>
              <a:gdLst/>
              <a:ahLst/>
              <a:cxnLst/>
              <a:rect l="l" t="t" r="r" b="b"/>
              <a:pathLst>
                <a:path w="418" h="375" extrusionOk="0">
                  <a:moveTo>
                    <a:pt x="214" y="1"/>
                  </a:moveTo>
                  <a:cubicBezTo>
                    <a:pt x="191" y="1"/>
                    <a:pt x="167" y="4"/>
                    <a:pt x="143" y="12"/>
                  </a:cubicBezTo>
                  <a:cubicBezTo>
                    <a:pt x="48" y="36"/>
                    <a:pt x="1" y="143"/>
                    <a:pt x="24" y="250"/>
                  </a:cubicBezTo>
                  <a:cubicBezTo>
                    <a:pt x="65" y="321"/>
                    <a:pt x="148" y="375"/>
                    <a:pt x="223" y="375"/>
                  </a:cubicBezTo>
                  <a:cubicBezTo>
                    <a:pt x="237" y="375"/>
                    <a:pt x="250" y="373"/>
                    <a:pt x="262" y="369"/>
                  </a:cubicBezTo>
                  <a:cubicBezTo>
                    <a:pt x="370" y="334"/>
                    <a:pt x="417" y="238"/>
                    <a:pt x="382" y="131"/>
                  </a:cubicBezTo>
                  <a:cubicBezTo>
                    <a:pt x="363" y="48"/>
                    <a:pt x="294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033580" y="3100519"/>
              <a:ext cx="30475" cy="26652"/>
            </a:xfrm>
            <a:custGeom>
              <a:avLst/>
              <a:gdLst/>
              <a:ahLst/>
              <a:cxnLst/>
              <a:rect l="l" t="t" r="r" b="b"/>
              <a:pathLst>
                <a:path w="263" h="230" extrusionOk="0">
                  <a:moveTo>
                    <a:pt x="133" y="0"/>
                  </a:moveTo>
                  <a:cubicBezTo>
                    <a:pt x="121" y="0"/>
                    <a:pt x="108" y="2"/>
                    <a:pt x="95" y="8"/>
                  </a:cubicBezTo>
                  <a:cubicBezTo>
                    <a:pt x="36" y="31"/>
                    <a:pt x="0" y="91"/>
                    <a:pt x="24" y="150"/>
                  </a:cubicBezTo>
                  <a:cubicBezTo>
                    <a:pt x="43" y="197"/>
                    <a:pt x="83" y="229"/>
                    <a:pt x="129" y="229"/>
                  </a:cubicBezTo>
                  <a:cubicBezTo>
                    <a:pt x="141" y="229"/>
                    <a:pt x="154" y="227"/>
                    <a:pt x="167" y="222"/>
                  </a:cubicBezTo>
                  <a:cubicBezTo>
                    <a:pt x="226" y="198"/>
                    <a:pt x="262" y="139"/>
                    <a:pt x="238" y="79"/>
                  </a:cubicBezTo>
                  <a:cubicBezTo>
                    <a:pt x="220" y="32"/>
                    <a:pt x="179" y="0"/>
                    <a:pt x="1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856984" y="2986033"/>
              <a:ext cx="35922" cy="30707"/>
            </a:xfrm>
            <a:custGeom>
              <a:avLst/>
              <a:gdLst/>
              <a:ahLst/>
              <a:cxnLst/>
              <a:rect l="l" t="t" r="r" b="b"/>
              <a:pathLst>
                <a:path w="310" h="265" extrusionOk="0">
                  <a:moveTo>
                    <a:pt x="162" y="0"/>
                  </a:moveTo>
                  <a:cubicBezTo>
                    <a:pt x="148" y="0"/>
                    <a:pt x="134" y="2"/>
                    <a:pt x="119" y="7"/>
                  </a:cubicBezTo>
                  <a:cubicBezTo>
                    <a:pt x="36" y="19"/>
                    <a:pt x="0" y="103"/>
                    <a:pt x="24" y="174"/>
                  </a:cubicBezTo>
                  <a:cubicBezTo>
                    <a:pt x="52" y="231"/>
                    <a:pt x="103" y="265"/>
                    <a:pt x="152" y="265"/>
                  </a:cubicBezTo>
                  <a:cubicBezTo>
                    <a:pt x="165" y="265"/>
                    <a:pt x="178" y="262"/>
                    <a:pt x="191" y="257"/>
                  </a:cubicBezTo>
                  <a:cubicBezTo>
                    <a:pt x="262" y="245"/>
                    <a:pt x="310" y="174"/>
                    <a:pt x="274" y="103"/>
                  </a:cubicBezTo>
                  <a:cubicBezTo>
                    <a:pt x="264" y="36"/>
                    <a:pt x="217" y="0"/>
                    <a:pt x="1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47700" y="2904920"/>
              <a:ext cx="13905" cy="12167"/>
            </a:xfrm>
            <a:custGeom>
              <a:avLst/>
              <a:gdLst/>
              <a:ahLst/>
              <a:cxnLst/>
              <a:rect l="l" t="t" r="r" b="b"/>
              <a:pathLst>
                <a:path w="120" h="105" extrusionOk="0">
                  <a:moveTo>
                    <a:pt x="67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5"/>
                    <a:pt x="1" y="41"/>
                    <a:pt x="12" y="64"/>
                  </a:cubicBezTo>
                  <a:cubicBezTo>
                    <a:pt x="12" y="91"/>
                    <a:pt x="32" y="105"/>
                    <a:pt x="53" y="105"/>
                  </a:cubicBezTo>
                  <a:cubicBezTo>
                    <a:pt x="59" y="105"/>
                    <a:pt x="66" y="103"/>
                    <a:pt x="72" y="100"/>
                  </a:cubicBezTo>
                  <a:cubicBezTo>
                    <a:pt x="108" y="100"/>
                    <a:pt x="120" y="64"/>
                    <a:pt x="108" y="41"/>
                  </a:cubicBezTo>
                  <a:cubicBezTo>
                    <a:pt x="108" y="14"/>
                    <a:pt x="88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93936" y="2967029"/>
              <a:ext cx="15296" cy="13558"/>
            </a:xfrm>
            <a:custGeom>
              <a:avLst/>
              <a:gdLst/>
              <a:ahLst/>
              <a:cxnLst/>
              <a:rect l="l" t="t" r="r" b="b"/>
              <a:pathLst>
                <a:path w="132" h="117" extrusionOk="0">
                  <a:moveTo>
                    <a:pt x="68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28"/>
                    <a:pt x="1" y="52"/>
                    <a:pt x="12" y="88"/>
                  </a:cubicBezTo>
                  <a:cubicBezTo>
                    <a:pt x="30" y="105"/>
                    <a:pt x="47" y="116"/>
                    <a:pt x="69" y="116"/>
                  </a:cubicBezTo>
                  <a:cubicBezTo>
                    <a:pt x="78" y="116"/>
                    <a:pt x="86" y="115"/>
                    <a:pt x="96" y="112"/>
                  </a:cubicBezTo>
                  <a:cubicBezTo>
                    <a:pt x="120" y="100"/>
                    <a:pt x="132" y="64"/>
                    <a:pt x="120" y="40"/>
                  </a:cubicBezTo>
                  <a:cubicBezTo>
                    <a:pt x="111" y="14"/>
                    <a:pt x="88" y="0"/>
                    <a:pt x="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258135" y="3213614"/>
              <a:ext cx="37428" cy="32909"/>
            </a:xfrm>
            <a:custGeom>
              <a:avLst/>
              <a:gdLst/>
              <a:ahLst/>
              <a:cxnLst/>
              <a:rect l="l" t="t" r="r" b="b"/>
              <a:pathLst>
                <a:path w="323" h="284" extrusionOk="0">
                  <a:moveTo>
                    <a:pt x="163" y="1"/>
                  </a:moveTo>
                  <a:cubicBezTo>
                    <a:pt x="149" y="1"/>
                    <a:pt x="134" y="3"/>
                    <a:pt x="120" y="8"/>
                  </a:cubicBezTo>
                  <a:cubicBezTo>
                    <a:pt x="37" y="44"/>
                    <a:pt x="1" y="115"/>
                    <a:pt x="25" y="186"/>
                  </a:cubicBezTo>
                  <a:cubicBezTo>
                    <a:pt x="56" y="249"/>
                    <a:pt x="114" y="284"/>
                    <a:pt x="176" y="284"/>
                  </a:cubicBezTo>
                  <a:cubicBezTo>
                    <a:pt x="185" y="284"/>
                    <a:pt x="194" y="283"/>
                    <a:pt x="203" y="282"/>
                  </a:cubicBezTo>
                  <a:cubicBezTo>
                    <a:pt x="287" y="246"/>
                    <a:pt x="322" y="175"/>
                    <a:pt x="298" y="103"/>
                  </a:cubicBezTo>
                  <a:cubicBezTo>
                    <a:pt x="270" y="37"/>
                    <a:pt x="219" y="1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70048" y="1105791"/>
              <a:ext cx="10916" cy="6717"/>
            </a:xfrm>
            <a:custGeom>
              <a:avLst/>
              <a:gdLst/>
              <a:ahLst/>
              <a:cxnLst/>
              <a:rect l="l" t="t" r="r" b="b"/>
              <a:pathLst>
                <a:path w="273" h="168" extrusionOk="0">
                  <a:moveTo>
                    <a:pt x="213" y="0"/>
                  </a:moveTo>
                  <a:cubicBezTo>
                    <a:pt x="203" y="0"/>
                    <a:pt x="194" y="3"/>
                    <a:pt x="185" y="8"/>
                  </a:cubicBezTo>
                  <a:cubicBezTo>
                    <a:pt x="166" y="20"/>
                    <a:pt x="177" y="46"/>
                    <a:pt x="194" y="46"/>
                  </a:cubicBezTo>
                  <a:cubicBezTo>
                    <a:pt x="197" y="46"/>
                    <a:pt x="201" y="45"/>
                    <a:pt x="205" y="43"/>
                  </a:cubicBezTo>
                  <a:lnTo>
                    <a:pt x="205" y="43"/>
                  </a:lnTo>
                  <a:cubicBezTo>
                    <a:pt x="168" y="65"/>
                    <a:pt x="175" y="78"/>
                    <a:pt x="133" y="87"/>
                  </a:cubicBezTo>
                  <a:cubicBezTo>
                    <a:pt x="129" y="88"/>
                    <a:pt x="125" y="88"/>
                    <a:pt x="122" y="88"/>
                  </a:cubicBezTo>
                  <a:cubicBezTo>
                    <a:pt x="110" y="88"/>
                    <a:pt x="98" y="85"/>
                    <a:pt x="86" y="85"/>
                  </a:cubicBezTo>
                  <a:cubicBezTo>
                    <a:pt x="81" y="85"/>
                    <a:pt x="76" y="85"/>
                    <a:pt x="70" y="87"/>
                  </a:cubicBezTo>
                  <a:cubicBezTo>
                    <a:pt x="47" y="93"/>
                    <a:pt x="27" y="104"/>
                    <a:pt x="13" y="121"/>
                  </a:cubicBezTo>
                  <a:cubicBezTo>
                    <a:pt x="1" y="135"/>
                    <a:pt x="13" y="152"/>
                    <a:pt x="27" y="152"/>
                  </a:cubicBezTo>
                  <a:cubicBezTo>
                    <a:pt x="31" y="152"/>
                    <a:pt x="35" y="151"/>
                    <a:pt x="39" y="147"/>
                  </a:cubicBezTo>
                  <a:cubicBezTo>
                    <a:pt x="88" y="100"/>
                    <a:pt x="261" y="167"/>
                    <a:pt x="270" y="62"/>
                  </a:cubicBezTo>
                  <a:cubicBezTo>
                    <a:pt x="273" y="27"/>
                    <a:pt x="244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836429" y="3587752"/>
              <a:ext cx="8077" cy="12115"/>
            </a:xfrm>
            <a:custGeom>
              <a:avLst/>
              <a:gdLst/>
              <a:ahLst/>
              <a:cxnLst/>
              <a:rect l="l" t="t" r="r" b="b"/>
              <a:pathLst>
                <a:path w="202" h="303" extrusionOk="0"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62" y="94"/>
                    <a:pt x="121" y="188"/>
                    <a:pt x="181" y="282"/>
                  </a:cubicBezTo>
                  <a:cubicBezTo>
                    <a:pt x="187" y="289"/>
                    <a:pt x="194" y="296"/>
                    <a:pt x="201" y="303"/>
                  </a:cubicBezTo>
                  <a:cubicBezTo>
                    <a:pt x="67" y="81"/>
                    <a:pt x="10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489951" y="2822527"/>
              <a:ext cx="5398" cy="15714"/>
            </a:xfrm>
            <a:custGeom>
              <a:avLst/>
              <a:gdLst/>
              <a:ahLst/>
              <a:cxnLst/>
              <a:rect l="l" t="t" r="r" b="b"/>
              <a:pathLst>
                <a:path w="135" h="393" extrusionOk="0">
                  <a:moveTo>
                    <a:pt x="3" y="1"/>
                  </a:moveTo>
                  <a:cubicBezTo>
                    <a:pt x="1" y="1"/>
                    <a:pt x="3" y="17"/>
                    <a:pt x="10" y="43"/>
                  </a:cubicBezTo>
                  <a:cubicBezTo>
                    <a:pt x="53" y="157"/>
                    <a:pt x="95" y="270"/>
                    <a:pt x="132" y="386"/>
                  </a:cubicBezTo>
                  <a:cubicBezTo>
                    <a:pt x="132" y="388"/>
                    <a:pt x="133" y="389"/>
                    <a:pt x="135" y="392"/>
                  </a:cubicBezTo>
                  <a:cubicBezTo>
                    <a:pt x="45" y="100"/>
                    <a:pt x="8" y="1"/>
                    <a:pt x="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2"/>
          <p:cNvSpPr/>
          <p:nvPr/>
        </p:nvSpPr>
        <p:spPr>
          <a:xfrm>
            <a:off x="7656242" y="3308285"/>
            <a:ext cx="37428" cy="33257"/>
          </a:xfrm>
          <a:custGeom>
            <a:avLst/>
            <a:gdLst/>
            <a:ahLst/>
            <a:cxnLst/>
            <a:rect l="l" t="t" r="r" b="b"/>
            <a:pathLst>
              <a:path w="323" h="287" extrusionOk="0">
                <a:moveTo>
                  <a:pt x="169" y="0"/>
                </a:moveTo>
                <a:cubicBezTo>
                  <a:pt x="153" y="0"/>
                  <a:pt x="136" y="4"/>
                  <a:pt x="120" y="12"/>
                </a:cubicBezTo>
                <a:cubicBezTo>
                  <a:pt x="36" y="36"/>
                  <a:pt x="1" y="120"/>
                  <a:pt x="25" y="191"/>
                </a:cubicBezTo>
                <a:cubicBezTo>
                  <a:pt x="34" y="246"/>
                  <a:pt x="92" y="286"/>
                  <a:pt x="150" y="286"/>
                </a:cubicBezTo>
                <a:cubicBezTo>
                  <a:pt x="168" y="286"/>
                  <a:pt x="186" y="283"/>
                  <a:pt x="203" y="274"/>
                </a:cubicBezTo>
                <a:cubicBezTo>
                  <a:pt x="275" y="251"/>
                  <a:pt x="322" y="179"/>
                  <a:pt x="298" y="96"/>
                </a:cubicBezTo>
                <a:cubicBezTo>
                  <a:pt x="271" y="41"/>
                  <a:pt x="223" y="0"/>
                  <a:pt x="169" y="0"/>
                </a:cubicBezTo>
                <a:close/>
              </a:path>
            </a:pathLst>
          </a:custGeom>
          <a:solidFill>
            <a:srgbClr val="FFB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336402" y="3035976"/>
            <a:ext cx="15296" cy="13558"/>
          </a:xfrm>
          <a:custGeom>
            <a:avLst/>
            <a:gdLst/>
            <a:ahLst/>
            <a:cxnLst/>
            <a:rect l="l" t="t" r="r" b="b"/>
            <a:pathLst>
              <a:path w="132" h="117" extrusionOk="0">
                <a:moveTo>
                  <a:pt x="68" y="0"/>
                </a:moveTo>
                <a:cubicBezTo>
                  <a:pt x="61" y="0"/>
                  <a:pt x="54" y="2"/>
                  <a:pt x="48" y="5"/>
                </a:cubicBezTo>
                <a:cubicBezTo>
                  <a:pt x="13" y="29"/>
                  <a:pt x="1" y="53"/>
                  <a:pt x="13" y="88"/>
                </a:cubicBezTo>
                <a:cubicBezTo>
                  <a:pt x="30" y="106"/>
                  <a:pt x="47" y="117"/>
                  <a:pt x="70" y="117"/>
                </a:cubicBezTo>
                <a:cubicBezTo>
                  <a:pt x="78" y="117"/>
                  <a:pt x="86" y="115"/>
                  <a:pt x="96" y="112"/>
                </a:cubicBezTo>
                <a:cubicBezTo>
                  <a:pt x="120" y="100"/>
                  <a:pt x="132" y="64"/>
                  <a:pt x="120" y="41"/>
                </a:cubicBezTo>
                <a:cubicBezTo>
                  <a:pt x="111" y="14"/>
                  <a:pt x="88" y="0"/>
                  <a:pt x="68" y="0"/>
                </a:cubicBezTo>
                <a:close/>
              </a:path>
            </a:pathLst>
          </a:custGeom>
          <a:solidFill>
            <a:srgbClr val="FFB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2"/>
          <p:cNvGrpSpPr/>
          <p:nvPr/>
        </p:nvGrpSpPr>
        <p:grpSpPr>
          <a:xfrm>
            <a:off x="4801170" y="13068"/>
            <a:ext cx="1932933" cy="449832"/>
            <a:chOff x="4801170" y="13068"/>
            <a:chExt cx="1932933" cy="449832"/>
          </a:xfrm>
        </p:grpSpPr>
        <p:sp>
          <p:nvSpPr>
            <p:cNvPr id="55" name="Google Shape;55;p2"/>
            <p:cNvSpPr/>
            <p:nvPr/>
          </p:nvSpPr>
          <p:spPr>
            <a:xfrm>
              <a:off x="6255302" y="206465"/>
              <a:ext cx="6953" cy="4287"/>
            </a:xfrm>
            <a:custGeom>
              <a:avLst/>
              <a:gdLst/>
              <a:ahLst/>
              <a:cxnLst/>
              <a:rect l="l" t="t" r="r" b="b"/>
              <a:pathLst>
                <a:path w="60" h="37" extrusionOk="0">
                  <a:moveTo>
                    <a:pt x="36" y="1"/>
                  </a:moveTo>
                  <a:cubicBezTo>
                    <a:pt x="24" y="13"/>
                    <a:pt x="0" y="13"/>
                    <a:pt x="24" y="25"/>
                  </a:cubicBezTo>
                  <a:cubicBezTo>
                    <a:pt x="24" y="37"/>
                    <a:pt x="36" y="37"/>
                    <a:pt x="48" y="37"/>
                  </a:cubicBezTo>
                  <a:cubicBezTo>
                    <a:pt x="60" y="37"/>
                    <a:pt x="60" y="25"/>
                    <a:pt x="60" y="13"/>
                  </a:cubicBezTo>
                  <a:cubicBezTo>
                    <a:pt x="60" y="1"/>
                    <a:pt x="48" y="1"/>
                    <a:pt x="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885540" y="18630"/>
              <a:ext cx="37313" cy="33720"/>
            </a:xfrm>
            <a:custGeom>
              <a:avLst/>
              <a:gdLst/>
              <a:ahLst/>
              <a:cxnLst/>
              <a:rect l="l" t="t" r="r" b="b"/>
              <a:pathLst>
                <a:path w="322" h="291" extrusionOk="0">
                  <a:moveTo>
                    <a:pt x="162" y="0"/>
                  </a:moveTo>
                  <a:cubicBezTo>
                    <a:pt x="140" y="0"/>
                    <a:pt x="118" y="5"/>
                    <a:pt x="96" y="14"/>
                  </a:cubicBezTo>
                  <a:cubicBezTo>
                    <a:pt x="24" y="50"/>
                    <a:pt x="0" y="134"/>
                    <a:pt x="24" y="205"/>
                  </a:cubicBezTo>
                  <a:cubicBezTo>
                    <a:pt x="59" y="257"/>
                    <a:pt x="107" y="290"/>
                    <a:pt x="158" y="290"/>
                  </a:cubicBezTo>
                  <a:cubicBezTo>
                    <a:pt x="176" y="290"/>
                    <a:pt x="196" y="286"/>
                    <a:pt x="215" y="276"/>
                  </a:cubicBezTo>
                  <a:cubicBezTo>
                    <a:pt x="298" y="229"/>
                    <a:pt x="322" y="157"/>
                    <a:pt x="298" y="86"/>
                  </a:cubicBezTo>
                  <a:cubicBezTo>
                    <a:pt x="272" y="34"/>
                    <a:pt x="220" y="0"/>
                    <a:pt x="1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023549" y="379005"/>
              <a:ext cx="53883" cy="48205"/>
            </a:xfrm>
            <a:custGeom>
              <a:avLst/>
              <a:gdLst/>
              <a:ahLst/>
              <a:cxnLst/>
              <a:rect l="l" t="t" r="r" b="b"/>
              <a:pathLst>
                <a:path w="465" h="416" extrusionOk="0">
                  <a:moveTo>
                    <a:pt x="226" y="0"/>
                  </a:moveTo>
                  <a:cubicBezTo>
                    <a:pt x="142" y="0"/>
                    <a:pt x="64" y="48"/>
                    <a:pt x="36" y="131"/>
                  </a:cubicBezTo>
                  <a:cubicBezTo>
                    <a:pt x="0" y="250"/>
                    <a:pt x="60" y="369"/>
                    <a:pt x="167" y="405"/>
                  </a:cubicBezTo>
                  <a:cubicBezTo>
                    <a:pt x="188" y="412"/>
                    <a:pt x="209" y="415"/>
                    <a:pt x="231" y="415"/>
                  </a:cubicBezTo>
                  <a:cubicBezTo>
                    <a:pt x="318" y="415"/>
                    <a:pt x="400" y="360"/>
                    <a:pt x="429" y="274"/>
                  </a:cubicBezTo>
                  <a:cubicBezTo>
                    <a:pt x="464" y="167"/>
                    <a:pt x="417" y="48"/>
                    <a:pt x="298" y="12"/>
                  </a:cubicBezTo>
                  <a:cubicBezTo>
                    <a:pt x="274" y="4"/>
                    <a:pt x="250" y="0"/>
                    <a:pt x="2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801170" y="83289"/>
              <a:ext cx="88415" cy="78449"/>
            </a:xfrm>
            <a:custGeom>
              <a:avLst/>
              <a:gdLst/>
              <a:ahLst/>
              <a:cxnLst/>
              <a:rect l="l" t="t" r="r" b="b"/>
              <a:pathLst>
                <a:path w="763" h="677" extrusionOk="0">
                  <a:moveTo>
                    <a:pt x="380" y="0"/>
                  </a:moveTo>
                  <a:cubicBezTo>
                    <a:pt x="335" y="0"/>
                    <a:pt x="291" y="9"/>
                    <a:pt x="250" y="28"/>
                  </a:cubicBezTo>
                  <a:cubicBezTo>
                    <a:pt x="60" y="111"/>
                    <a:pt x="0" y="314"/>
                    <a:pt x="83" y="480"/>
                  </a:cubicBezTo>
                  <a:cubicBezTo>
                    <a:pt x="135" y="610"/>
                    <a:pt x="255" y="677"/>
                    <a:pt x="381" y="677"/>
                  </a:cubicBezTo>
                  <a:cubicBezTo>
                    <a:pt x="429" y="677"/>
                    <a:pt x="478" y="667"/>
                    <a:pt x="524" y="647"/>
                  </a:cubicBezTo>
                  <a:cubicBezTo>
                    <a:pt x="703" y="564"/>
                    <a:pt x="762" y="361"/>
                    <a:pt x="691" y="195"/>
                  </a:cubicBezTo>
                  <a:cubicBezTo>
                    <a:pt x="638" y="72"/>
                    <a:pt x="507" y="0"/>
                    <a:pt x="3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797243" y="220370"/>
              <a:ext cx="64891" cy="56548"/>
            </a:xfrm>
            <a:custGeom>
              <a:avLst/>
              <a:gdLst/>
              <a:ahLst/>
              <a:cxnLst/>
              <a:rect l="l" t="t" r="r" b="b"/>
              <a:pathLst>
                <a:path w="560" h="488" extrusionOk="0">
                  <a:moveTo>
                    <a:pt x="283" y="0"/>
                  </a:moveTo>
                  <a:cubicBezTo>
                    <a:pt x="249" y="0"/>
                    <a:pt x="214" y="8"/>
                    <a:pt x="179" y="24"/>
                  </a:cubicBezTo>
                  <a:cubicBezTo>
                    <a:pt x="60" y="83"/>
                    <a:pt x="0" y="226"/>
                    <a:pt x="60" y="345"/>
                  </a:cubicBezTo>
                  <a:cubicBezTo>
                    <a:pt x="103" y="432"/>
                    <a:pt x="192" y="488"/>
                    <a:pt x="283" y="488"/>
                  </a:cubicBezTo>
                  <a:cubicBezTo>
                    <a:pt x="316" y="488"/>
                    <a:pt x="349" y="480"/>
                    <a:pt x="381" y="464"/>
                  </a:cubicBezTo>
                  <a:cubicBezTo>
                    <a:pt x="500" y="417"/>
                    <a:pt x="560" y="262"/>
                    <a:pt x="500" y="143"/>
                  </a:cubicBezTo>
                  <a:cubicBezTo>
                    <a:pt x="457" y="56"/>
                    <a:pt x="375" y="0"/>
                    <a:pt x="2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418108" y="321878"/>
              <a:ext cx="89805" cy="81346"/>
            </a:xfrm>
            <a:custGeom>
              <a:avLst/>
              <a:gdLst/>
              <a:ahLst/>
              <a:cxnLst/>
              <a:rect l="l" t="t" r="r" b="b"/>
              <a:pathLst>
                <a:path w="775" h="702" extrusionOk="0">
                  <a:moveTo>
                    <a:pt x="394" y="1"/>
                  </a:moveTo>
                  <a:cubicBezTo>
                    <a:pt x="342" y="1"/>
                    <a:pt x="289" y="13"/>
                    <a:pt x="238" y="41"/>
                  </a:cubicBezTo>
                  <a:cubicBezTo>
                    <a:pt x="60" y="136"/>
                    <a:pt x="0" y="338"/>
                    <a:pt x="72" y="505"/>
                  </a:cubicBezTo>
                  <a:cubicBezTo>
                    <a:pt x="141" y="634"/>
                    <a:pt x="266" y="701"/>
                    <a:pt x="393" y="701"/>
                  </a:cubicBezTo>
                  <a:cubicBezTo>
                    <a:pt x="441" y="701"/>
                    <a:pt x="490" y="691"/>
                    <a:pt x="536" y="672"/>
                  </a:cubicBezTo>
                  <a:cubicBezTo>
                    <a:pt x="715" y="576"/>
                    <a:pt x="774" y="374"/>
                    <a:pt x="703" y="207"/>
                  </a:cubicBezTo>
                  <a:cubicBezTo>
                    <a:pt x="643" y="80"/>
                    <a:pt x="523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543358" y="408785"/>
              <a:ext cx="33257" cy="27926"/>
            </a:xfrm>
            <a:custGeom>
              <a:avLst/>
              <a:gdLst/>
              <a:ahLst/>
              <a:cxnLst/>
              <a:rect l="l" t="t" r="r" b="b"/>
              <a:pathLst>
                <a:path w="287" h="241" extrusionOk="0">
                  <a:moveTo>
                    <a:pt x="143" y="1"/>
                  </a:moveTo>
                  <a:cubicBezTo>
                    <a:pt x="128" y="1"/>
                    <a:pt x="112" y="2"/>
                    <a:pt x="96" y="5"/>
                  </a:cubicBezTo>
                  <a:cubicBezTo>
                    <a:pt x="36" y="29"/>
                    <a:pt x="1" y="112"/>
                    <a:pt x="36" y="172"/>
                  </a:cubicBezTo>
                  <a:cubicBezTo>
                    <a:pt x="54" y="216"/>
                    <a:pt x="98" y="240"/>
                    <a:pt x="144" y="240"/>
                  </a:cubicBezTo>
                  <a:cubicBezTo>
                    <a:pt x="160" y="240"/>
                    <a:pt x="176" y="237"/>
                    <a:pt x="191" y="231"/>
                  </a:cubicBezTo>
                  <a:cubicBezTo>
                    <a:pt x="251" y="196"/>
                    <a:pt x="286" y="124"/>
                    <a:pt x="251" y="65"/>
                  </a:cubicBezTo>
                  <a:cubicBezTo>
                    <a:pt x="241" y="18"/>
                    <a:pt x="196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5668967" y="433815"/>
              <a:ext cx="33141" cy="29085"/>
            </a:xfrm>
            <a:custGeom>
              <a:avLst/>
              <a:gdLst/>
              <a:ahLst/>
              <a:cxnLst/>
              <a:rect l="l" t="t" r="r" b="b"/>
              <a:pathLst>
                <a:path w="286" h="251" extrusionOk="0">
                  <a:moveTo>
                    <a:pt x="151" y="1"/>
                  </a:moveTo>
                  <a:cubicBezTo>
                    <a:pt x="134" y="1"/>
                    <a:pt x="115" y="5"/>
                    <a:pt x="95" y="15"/>
                  </a:cubicBezTo>
                  <a:cubicBezTo>
                    <a:pt x="36" y="39"/>
                    <a:pt x="0" y="110"/>
                    <a:pt x="36" y="170"/>
                  </a:cubicBezTo>
                  <a:cubicBezTo>
                    <a:pt x="54" y="224"/>
                    <a:pt x="105" y="250"/>
                    <a:pt x="155" y="250"/>
                  </a:cubicBezTo>
                  <a:cubicBezTo>
                    <a:pt x="171" y="250"/>
                    <a:pt x="188" y="247"/>
                    <a:pt x="203" y="241"/>
                  </a:cubicBezTo>
                  <a:cubicBezTo>
                    <a:pt x="262" y="206"/>
                    <a:pt x="286" y="134"/>
                    <a:pt x="262" y="75"/>
                  </a:cubicBezTo>
                  <a:cubicBezTo>
                    <a:pt x="236" y="32"/>
                    <a:pt x="198" y="1"/>
                    <a:pt x="1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209518" y="356062"/>
              <a:ext cx="49711" cy="43106"/>
            </a:xfrm>
            <a:custGeom>
              <a:avLst/>
              <a:gdLst/>
              <a:ahLst/>
              <a:cxnLst/>
              <a:rect l="l" t="t" r="r" b="b"/>
              <a:pathLst>
                <a:path w="429" h="372" extrusionOk="0">
                  <a:moveTo>
                    <a:pt x="220" y="1"/>
                  </a:moveTo>
                  <a:cubicBezTo>
                    <a:pt x="191" y="1"/>
                    <a:pt x="161" y="6"/>
                    <a:pt x="131" y="19"/>
                  </a:cubicBezTo>
                  <a:cubicBezTo>
                    <a:pt x="36" y="55"/>
                    <a:pt x="0" y="174"/>
                    <a:pt x="36" y="270"/>
                  </a:cubicBezTo>
                  <a:cubicBezTo>
                    <a:pt x="71" y="330"/>
                    <a:pt x="143" y="372"/>
                    <a:pt x="216" y="372"/>
                  </a:cubicBezTo>
                  <a:cubicBezTo>
                    <a:pt x="244" y="372"/>
                    <a:pt x="272" y="366"/>
                    <a:pt x="298" y="353"/>
                  </a:cubicBezTo>
                  <a:cubicBezTo>
                    <a:pt x="381" y="317"/>
                    <a:pt x="429" y="186"/>
                    <a:pt x="381" y="103"/>
                  </a:cubicBezTo>
                  <a:cubicBezTo>
                    <a:pt x="364" y="42"/>
                    <a:pt x="296" y="1"/>
                    <a:pt x="2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231779" y="259305"/>
              <a:ext cx="27695" cy="24218"/>
            </a:xfrm>
            <a:custGeom>
              <a:avLst/>
              <a:gdLst/>
              <a:ahLst/>
              <a:cxnLst/>
              <a:rect l="l" t="t" r="r" b="b"/>
              <a:pathLst>
                <a:path w="239" h="209" extrusionOk="0">
                  <a:moveTo>
                    <a:pt x="128" y="1"/>
                  </a:moveTo>
                  <a:cubicBezTo>
                    <a:pt x="110" y="1"/>
                    <a:pt x="90" y="8"/>
                    <a:pt x="72" y="21"/>
                  </a:cubicBezTo>
                  <a:cubicBezTo>
                    <a:pt x="25" y="45"/>
                    <a:pt x="1" y="104"/>
                    <a:pt x="25" y="152"/>
                  </a:cubicBezTo>
                  <a:cubicBezTo>
                    <a:pt x="51" y="187"/>
                    <a:pt x="90" y="209"/>
                    <a:pt x="127" y="209"/>
                  </a:cubicBezTo>
                  <a:cubicBezTo>
                    <a:pt x="141" y="209"/>
                    <a:pt x="155" y="206"/>
                    <a:pt x="168" y="200"/>
                  </a:cubicBezTo>
                  <a:cubicBezTo>
                    <a:pt x="203" y="164"/>
                    <a:pt x="239" y="104"/>
                    <a:pt x="203" y="57"/>
                  </a:cubicBezTo>
                  <a:cubicBezTo>
                    <a:pt x="188" y="20"/>
                    <a:pt x="160" y="1"/>
                    <a:pt x="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267700" y="126511"/>
              <a:ext cx="15296" cy="12978"/>
            </a:xfrm>
            <a:custGeom>
              <a:avLst/>
              <a:gdLst/>
              <a:ahLst/>
              <a:cxnLst/>
              <a:rect l="l" t="t" r="r" b="b"/>
              <a:pathLst>
                <a:path w="132" h="112" extrusionOk="0">
                  <a:moveTo>
                    <a:pt x="48" y="0"/>
                  </a:moveTo>
                  <a:cubicBezTo>
                    <a:pt x="12" y="12"/>
                    <a:pt x="0" y="48"/>
                    <a:pt x="12" y="72"/>
                  </a:cubicBezTo>
                  <a:cubicBezTo>
                    <a:pt x="30" y="98"/>
                    <a:pt x="48" y="112"/>
                    <a:pt x="71" y="112"/>
                  </a:cubicBezTo>
                  <a:cubicBezTo>
                    <a:pt x="79" y="112"/>
                    <a:pt x="87" y="110"/>
                    <a:pt x="96" y="107"/>
                  </a:cubicBezTo>
                  <a:cubicBezTo>
                    <a:pt x="119" y="95"/>
                    <a:pt x="131" y="60"/>
                    <a:pt x="119" y="36"/>
                  </a:cubicBezTo>
                  <a:cubicBezTo>
                    <a:pt x="108" y="12"/>
                    <a:pt x="72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33863" y="56174"/>
              <a:ext cx="13905" cy="10892"/>
            </a:xfrm>
            <a:custGeom>
              <a:avLst/>
              <a:gdLst/>
              <a:ahLst/>
              <a:cxnLst/>
              <a:rect l="l" t="t" r="r" b="b"/>
              <a:pathLst>
                <a:path w="120" h="94" extrusionOk="0">
                  <a:moveTo>
                    <a:pt x="36" y="0"/>
                  </a:moveTo>
                  <a:cubicBezTo>
                    <a:pt x="12" y="0"/>
                    <a:pt x="1" y="24"/>
                    <a:pt x="12" y="60"/>
                  </a:cubicBezTo>
                  <a:cubicBezTo>
                    <a:pt x="12" y="76"/>
                    <a:pt x="24" y="93"/>
                    <a:pt x="44" y="93"/>
                  </a:cubicBezTo>
                  <a:cubicBezTo>
                    <a:pt x="52" y="93"/>
                    <a:pt x="61" y="90"/>
                    <a:pt x="72" y="83"/>
                  </a:cubicBezTo>
                  <a:cubicBezTo>
                    <a:pt x="96" y="83"/>
                    <a:pt x="120" y="60"/>
                    <a:pt x="96" y="24"/>
                  </a:cubicBezTo>
                  <a:cubicBezTo>
                    <a:pt x="84" y="0"/>
                    <a:pt x="60" y="0"/>
                    <a:pt x="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357144" y="13068"/>
              <a:ext cx="33257" cy="28274"/>
            </a:xfrm>
            <a:custGeom>
              <a:avLst/>
              <a:gdLst/>
              <a:ahLst/>
              <a:cxnLst/>
              <a:rect l="l" t="t" r="r" b="b"/>
              <a:pathLst>
                <a:path w="287" h="244" extrusionOk="0">
                  <a:moveTo>
                    <a:pt x="146" y="1"/>
                  </a:moveTo>
                  <a:cubicBezTo>
                    <a:pt x="129" y="1"/>
                    <a:pt x="112" y="5"/>
                    <a:pt x="96" y="15"/>
                  </a:cubicBezTo>
                  <a:cubicBezTo>
                    <a:pt x="36" y="39"/>
                    <a:pt x="0" y="110"/>
                    <a:pt x="36" y="170"/>
                  </a:cubicBezTo>
                  <a:cubicBezTo>
                    <a:pt x="53" y="213"/>
                    <a:pt x="96" y="243"/>
                    <a:pt x="140" y="243"/>
                  </a:cubicBezTo>
                  <a:cubicBezTo>
                    <a:pt x="157" y="243"/>
                    <a:pt x="174" y="239"/>
                    <a:pt x="191" y="229"/>
                  </a:cubicBezTo>
                  <a:cubicBezTo>
                    <a:pt x="250" y="205"/>
                    <a:pt x="286" y="134"/>
                    <a:pt x="250" y="74"/>
                  </a:cubicBezTo>
                  <a:cubicBezTo>
                    <a:pt x="233" y="31"/>
                    <a:pt x="191" y="1"/>
                    <a:pt x="1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548920" y="106696"/>
              <a:ext cx="34531" cy="31982"/>
            </a:xfrm>
            <a:custGeom>
              <a:avLst/>
              <a:gdLst/>
              <a:ahLst/>
              <a:cxnLst/>
              <a:rect l="l" t="t" r="r" b="b"/>
              <a:pathLst>
                <a:path w="298" h="276" extrusionOk="0">
                  <a:moveTo>
                    <a:pt x="144" y="0"/>
                  </a:moveTo>
                  <a:cubicBezTo>
                    <a:pt x="123" y="0"/>
                    <a:pt x="101" y="6"/>
                    <a:pt x="84" y="16"/>
                  </a:cubicBezTo>
                  <a:cubicBezTo>
                    <a:pt x="24" y="52"/>
                    <a:pt x="0" y="124"/>
                    <a:pt x="24" y="207"/>
                  </a:cubicBezTo>
                  <a:cubicBezTo>
                    <a:pt x="51" y="251"/>
                    <a:pt x="97" y="276"/>
                    <a:pt x="148" y="276"/>
                  </a:cubicBezTo>
                  <a:cubicBezTo>
                    <a:pt x="166" y="276"/>
                    <a:pt x="184" y="273"/>
                    <a:pt x="203" y="266"/>
                  </a:cubicBezTo>
                  <a:cubicBezTo>
                    <a:pt x="262" y="231"/>
                    <a:pt x="298" y="159"/>
                    <a:pt x="262" y="88"/>
                  </a:cubicBezTo>
                  <a:cubicBezTo>
                    <a:pt x="246" y="30"/>
                    <a:pt x="194" y="0"/>
                    <a:pt x="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717416" y="82362"/>
              <a:ext cx="16686" cy="12283"/>
            </a:xfrm>
            <a:custGeom>
              <a:avLst/>
              <a:gdLst/>
              <a:ahLst/>
              <a:cxnLst/>
              <a:rect l="l" t="t" r="r" b="b"/>
              <a:pathLst>
                <a:path w="144" h="106" extrusionOk="0">
                  <a:moveTo>
                    <a:pt x="48" y="0"/>
                  </a:moveTo>
                  <a:cubicBezTo>
                    <a:pt x="25" y="12"/>
                    <a:pt x="1" y="36"/>
                    <a:pt x="25" y="72"/>
                  </a:cubicBezTo>
                  <a:cubicBezTo>
                    <a:pt x="33" y="89"/>
                    <a:pt x="47" y="105"/>
                    <a:pt x="68" y="105"/>
                  </a:cubicBezTo>
                  <a:cubicBezTo>
                    <a:pt x="76" y="105"/>
                    <a:pt x="86" y="102"/>
                    <a:pt x="96" y="95"/>
                  </a:cubicBezTo>
                  <a:cubicBezTo>
                    <a:pt x="120" y="84"/>
                    <a:pt x="144" y="60"/>
                    <a:pt x="120" y="24"/>
                  </a:cubicBezTo>
                  <a:cubicBezTo>
                    <a:pt x="108" y="0"/>
                    <a:pt x="84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557391" y="32883"/>
              <a:ext cx="15296" cy="13442"/>
            </a:xfrm>
            <a:custGeom>
              <a:avLst/>
              <a:gdLst/>
              <a:ahLst/>
              <a:cxnLst/>
              <a:rect l="l" t="t" r="r" b="b"/>
              <a:pathLst>
                <a:path w="132" h="116" extrusionOk="0">
                  <a:moveTo>
                    <a:pt x="74" y="1"/>
                  </a:moveTo>
                  <a:cubicBezTo>
                    <a:pt x="64" y="1"/>
                    <a:pt x="55" y="4"/>
                    <a:pt x="48" y="11"/>
                  </a:cubicBezTo>
                  <a:cubicBezTo>
                    <a:pt x="13" y="22"/>
                    <a:pt x="1" y="46"/>
                    <a:pt x="13" y="82"/>
                  </a:cubicBezTo>
                  <a:cubicBezTo>
                    <a:pt x="29" y="99"/>
                    <a:pt x="46" y="116"/>
                    <a:pt x="67" y="116"/>
                  </a:cubicBezTo>
                  <a:cubicBezTo>
                    <a:pt x="76" y="116"/>
                    <a:pt x="86" y="113"/>
                    <a:pt x="96" y="106"/>
                  </a:cubicBezTo>
                  <a:cubicBezTo>
                    <a:pt x="120" y="94"/>
                    <a:pt x="132" y="70"/>
                    <a:pt x="120" y="34"/>
                  </a:cubicBezTo>
                  <a:cubicBezTo>
                    <a:pt x="120" y="18"/>
                    <a:pt x="96" y="1"/>
                    <a:pt x="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2"/>
          <p:cNvSpPr/>
          <p:nvPr/>
        </p:nvSpPr>
        <p:spPr>
          <a:xfrm>
            <a:off x="7059635" y="1725878"/>
            <a:ext cx="5678" cy="5562"/>
          </a:xfrm>
          <a:custGeom>
            <a:avLst/>
            <a:gdLst/>
            <a:ahLst/>
            <a:cxnLst/>
            <a:rect l="l" t="t" r="r" b="b"/>
            <a:pathLst>
              <a:path w="49" h="48" extrusionOk="0">
                <a:moveTo>
                  <a:pt x="12" y="0"/>
                </a:moveTo>
                <a:cubicBezTo>
                  <a:pt x="1" y="0"/>
                  <a:pt x="1" y="12"/>
                  <a:pt x="1" y="36"/>
                </a:cubicBezTo>
                <a:cubicBezTo>
                  <a:pt x="1" y="48"/>
                  <a:pt x="12" y="48"/>
                  <a:pt x="36" y="48"/>
                </a:cubicBezTo>
                <a:cubicBezTo>
                  <a:pt x="48" y="48"/>
                  <a:pt x="48" y="36"/>
                  <a:pt x="48" y="12"/>
                </a:cubicBezTo>
                <a:cubicBezTo>
                  <a:pt x="48" y="0"/>
                  <a:pt x="36" y="0"/>
                  <a:pt x="12" y="0"/>
                </a:cubicBezTo>
                <a:close/>
              </a:path>
            </a:pathLst>
          </a:custGeom>
          <a:solidFill>
            <a:srgbClr val="FFB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669998" y="1541519"/>
            <a:ext cx="30475" cy="26652"/>
          </a:xfrm>
          <a:custGeom>
            <a:avLst/>
            <a:gdLst/>
            <a:ahLst/>
            <a:cxnLst/>
            <a:rect l="l" t="t" r="r" b="b"/>
            <a:pathLst>
              <a:path w="263" h="230" extrusionOk="0">
                <a:moveTo>
                  <a:pt x="135" y="0"/>
                </a:moveTo>
                <a:cubicBezTo>
                  <a:pt x="122" y="0"/>
                  <a:pt x="109" y="2"/>
                  <a:pt x="96" y="8"/>
                </a:cubicBezTo>
                <a:cubicBezTo>
                  <a:pt x="37" y="19"/>
                  <a:pt x="1" y="91"/>
                  <a:pt x="25" y="150"/>
                </a:cubicBezTo>
                <a:cubicBezTo>
                  <a:pt x="44" y="197"/>
                  <a:pt x="84" y="229"/>
                  <a:pt x="130" y="229"/>
                </a:cubicBezTo>
                <a:cubicBezTo>
                  <a:pt x="142" y="229"/>
                  <a:pt x="155" y="227"/>
                  <a:pt x="168" y="222"/>
                </a:cubicBezTo>
                <a:cubicBezTo>
                  <a:pt x="227" y="210"/>
                  <a:pt x="263" y="138"/>
                  <a:pt x="239" y="79"/>
                </a:cubicBezTo>
                <a:cubicBezTo>
                  <a:pt x="230" y="32"/>
                  <a:pt x="184" y="0"/>
                  <a:pt x="135" y="0"/>
                </a:cubicBezTo>
                <a:close/>
              </a:path>
            </a:pathLst>
          </a:custGeom>
          <a:solidFill>
            <a:srgbClr val="FFB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097453" y="1656468"/>
            <a:ext cx="26420" cy="25029"/>
          </a:xfrm>
          <a:custGeom>
            <a:avLst/>
            <a:gdLst/>
            <a:ahLst/>
            <a:cxnLst/>
            <a:rect l="l" t="t" r="r" b="b"/>
            <a:pathLst>
              <a:path w="228" h="216" extrusionOk="0">
                <a:moveTo>
                  <a:pt x="113" y="1"/>
                </a:moveTo>
                <a:cubicBezTo>
                  <a:pt x="104" y="1"/>
                  <a:pt x="94" y="2"/>
                  <a:pt x="84" y="4"/>
                </a:cubicBezTo>
                <a:cubicBezTo>
                  <a:pt x="37" y="39"/>
                  <a:pt x="1" y="87"/>
                  <a:pt x="25" y="147"/>
                </a:cubicBezTo>
                <a:cubicBezTo>
                  <a:pt x="42" y="191"/>
                  <a:pt x="73" y="215"/>
                  <a:pt x="112" y="215"/>
                </a:cubicBezTo>
                <a:cubicBezTo>
                  <a:pt x="126" y="215"/>
                  <a:pt x="140" y="212"/>
                  <a:pt x="156" y="206"/>
                </a:cubicBezTo>
                <a:cubicBezTo>
                  <a:pt x="203" y="170"/>
                  <a:pt x="227" y="123"/>
                  <a:pt x="215" y="63"/>
                </a:cubicBezTo>
                <a:cubicBezTo>
                  <a:pt x="186" y="24"/>
                  <a:pt x="156" y="1"/>
                  <a:pt x="113" y="1"/>
                </a:cubicBezTo>
                <a:close/>
              </a:path>
            </a:pathLst>
          </a:custGeom>
          <a:solidFill>
            <a:srgbClr val="FFB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7030666" y="1794245"/>
            <a:ext cx="15296" cy="13674"/>
          </a:xfrm>
          <a:custGeom>
            <a:avLst/>
            <a:gdLst/>
            <a:ahLst/>
            <a:cxnLst/>
            <a:rect l="l" t="t" r="r" b="b"/>
            <a:pathLst>
              <a:path w="132" h="118" extrusionOk="0">
                <a:moveTo>
                  <a:pt x="61" y="1"/>
                </a:moveTo>
                <a:cubicBezTo>
                  <a:pt x="53" y="1"/>
                  <a:pt x="45" y="2"/>
                  <a:pt x="36" y="5"/>
                </a:cubicBezTo>
                <a:cubicBezTo>
                  <a:pt x="12" y="17"/>
                  <a:pt x="1" y="53"/>
                  <a:pt x="12" y="89"/>
                </a:cubicBezTo>
                <a:cubicBezTo>
                  <a:pt x="12" y="106"/>
                  <a:pt x="32" y="117"/>
                  <a:pt x="56" y="117"/>
                </a:cubicBezTo>
                <a:cubicBezTo>
                  <a:pt x="65" y="117"/>
                  <a:pt x="74" y="116"/>
                  <a:pt x="84" y="113"/>
                </a:cubicBezTo>
                <a:cubicBezTo>
                  <a:pt x="120" y="101"/>
                  <a:pt x="131" y="65"/>
                  <a:pt x="120" y="41"/>
                </a:cubicBezTo>
                <a:cubicBezTo>
                  <a:pt x="102" y="14"/>
                  <a:pt x="84" y="1"/>
                  <a:pt x="61" y="1"/>
                </a:cubicBezTo>
                <a:close/>
              </a:path>
            </a:pathLst>
          </a:custGeom>
          <a:solidFill>
            <a:srgbClr val="FFB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732632" y="2281273"/>
            <a:ext cx="15296" cy="13558"/>
          </a:xfrm>
          <a:custGeom>
            <a:avLst/>
            <a:gdLst/>
            <a:ahLst/>
            <a:cxnLst/>
            <a:rect l="l" t="t" r="r" b="b"/>
            <a:pathLst>
              <a:path w="132" h="117" extrusionOk="0">
                <a:moveTo>
                  <a:pt x="63" y="1"/>
                </a:moveTo>
                <a:cubicBezTo>
                  <a:pt x="55" y="1"/>
                  <a:pt x="46" y="2"/>
                  <a:pt x="36" y="5"/>
                </a:cubicBezTo>
                <a:cubicBezTo>
                  <a:pt x="13" y="17"/>
                  <a:pt x="1" y="53"/>
                  <a:pt x="13" y="77"/>
                </a:cubicBezTo>
                <a:cubicBezTo>
                  <a:pt x="22" y="103"/>
                  <a:pt x="44" y="117"/>
                  <a:pt x="65" y="117"/>
                </a:cubicBezTo>
                <a:cubicBezTo>
                  <a:pt x="71" y="117"/>
                  <a:pt x="78" y="115"/>
                  <a:pt x="84" y="112"/>
                </a:cubicBezTo>
                <a:cubicBezTo>
                  <a:pt x="120" y="89"/>
                  <a:pt x="132" y="65"/>
                  <a:pt x="120" y="29"/>
                </a:cubicBezTo>
                <a:cubicBezTo>
                  <a:pt x="102" y="12"/>
                  <a:pt x="85" y="1"/>
                  <a:pt x="63" y="1"/>
                </a:cubicBezTo>
                <a:close/>
              </a:path>
            </a:pathLst>
          </a:custGeom>
          <a:solidFill>
            <a:srgbClr val="FFC9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3606369" y="2233532"/>
            <a:ext cx="16686" cy="13094"/>
          </a:xfrm>
          <a:custGeom>
            <a:avLst/>
            <a:gdLst/>
            <a:ahLst/>
            <a:cxnLst/>
            <a:rect l="l" t="t" r="r" b="b"/>
            <a:pathLst>
              <a:path w="144" h="113" extrusionOk="0">
                <a:moveTo>
                  <a:pt x="48" y="1"/>
                </a:moveTo>
                <a:cubicBezTo>
                  <a:pt x="24" y="12"/>
                  <a:pt x="0" y="48"/>
                  <a:pt x="24" y="72"/>
                </a:cubicBezTo>
                <a:cubicBezTo>
                  <a:pt x="33" y="99"/>
                  <a:pt x="49" y="112"/>
                  <a:pt x="71" y="112"/>
                </a:cubicBezTo>
                <a:cubicBezTo>
                  <a:pt x="78" y="112"/>
                  <a:pt x="87" y="111"/>
                  <a:pt x="96" y="108"/>
                </a:cubicBezTo>
                <a:cubicBezTo>
                  <a:pt x="119" y="84"/>
                  <a:pt x="143" y="60"/>
                  <a:pt x="119" y="24"/>
                </a:cubicBezTo>
                <a:cubicBezTo>
                  <a:pt x="107" y="1"/>
                  <a:pt x="60" y="1"/>
                  <a:pt x="48" y="1"/>
                </a:cubicBezTo>
                <a:close/>
              </a:path>
            </a:pathLst>
          </a:custGeom>
          <a:solidFill>
            <a:srgbClr val="FFC9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8348260" y="166878"/>
            <a:ext cx="789234" cy="1605930"/>
          </a:xfrm>
          <a:custGeom>
            <a:avLst/>
            <a:gdLst/>
            <a:ahLst/>
            <a:cxnLst/>
            <a:rect l="l" t="t" r="r" b="b"/>
            <a:pathLst>
              <a:path w="6811" h="13859" extrusionOk="0">
                <a:moveTo>
                  <a:pt x="6810" y="0"/>
                </a:moveTo>
                <a:lnTo>
                  <a:pt x="0" y="9799"/>
                </a:lnTo>
                <a:lnTo>
                  <a:pt x="5846" y="13859"/>
                </a:lnTo>
                <a:lnTo>
                  <a:pt x="6810" y="12466"/>
                </a:lnTo>
                <a:lnTo>
                  <a:pt x="6810" y="0"/>
                </a:lnTo>
                <a:close/>
              </a:path>
            </a:pathLst>
          </a:custGeom>
          <a:solidFill>
            <a:srgbClr val="AED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8348260" y="1176740"/>
            <a:ext cx="764436" cy="594677"/>
          </a:xfrm>
          <a:custGeom>
            <a:avLst/>
            <a:gdLst/>
            <a:ahLst/>
            <a:cxnLst/>
            <a:rect l="l" t="t" r="r" b="b"/>
            <a:pathLst>
              <a:path w="6597" h="5132" extrusionOk="0">
                <a:moveTo>
                  <a:pt x="750" y="0"/>
                </a:moveTo>
                <a:lnTo>
                  <a:pt x="0" y="1072"/>
                </a:lnTo>
                <a:lnTo>
                  <a:pt x="5846" y="5132"/>
                </a:lnTo>
                <a:lnTo>
                  <a:pt x="6596" y="4060"/>
                </a:lnTo>
                <a:lnTo>
                  <a:pt x="75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8517903" y="932473"/>
            <a:ext cx="619591" cy="556206"/>
          </a:xfrm>
          <a:custGeom>
            <a:avLst/>
            <a:gdLst/>
            <a:ahLst/>
            <a:cxnLst/>
            <a:rect l="l" t="t" r="r" b="b"/>
            <a:pathLst>
              <a:path w="5347" h="4800" extrusionOk="0">
                <a:moveTo>
                  <a:pt x="751" y="1"/>
                </a:moveTo>
                <a:lnTo>
                  <a:pt x="1" y="1073"/>
                </a:lnTo>
                <a:lnTo>
                  <a:pt x="5346" y="4799"/>
                </a:lnTo>
                <a:lnTo>
                  <a:pt x="5346" y="3204"/>
                </a:lnTo>
                <a:lnTo>
                  <a:pt x="75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8687546" y="688322"/>
            <a:ext cx="449948" cy="437433"/>
          </a:xfrm>
          <a:custGeom>
            <a:avLst/>
            <a:gdLst/>
            <a:ahLst/>
            <a:cxnLst/>
            <a:rect l="l" t="t" r="r" b="b"/>
            <a:pathLst>
              <a:path w="3883" h="3775" extrusionOk="0">
                <a:moveTo>
                  <a:pt x="739" y="1"/>
                </a:moveTo>
                <a:lnTo>
                  <a:pt x="1" y="1084"/>
                </a:lnTo>
                <a:lnTo>
                  <a:pt x="3882" y="3775"/>
                </a:lnTo>
                <a:lnTo>
                  <a:pt x="3882" y="2191"/>
                </a:lnTo>
                <a:lnTo>
                  <a:pt x="73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7924616" y="-100"/>
            <a:ext cx="1212877" cy="1226551"/>
          </a:xfrm>
          <a:custGeom>
            <a:avLst/>
            <a:gdLst/>
            <a:ahLst/>
            <a:cxnLst/>
            <a:rect l="l" t="t" r="r" b="b"/>
            <a:pathLst>
              <a:path w="10467" h="10585" extrusionOk="0">
                <a:moveTo>
                  <a:pt x="1465" y="0"/>
                </a:moveTo>
                <a:lnTo>
                  <a:pt x="453" y="1108"/>
                </a:lnTo>
                <a:lnTo>
                  <a:pt x="1" y="5251"/>
                </a:lnTo>
                <a:lnTo>
                  <a:pt x="2073" y="8870"/>
                </a:lnTo>
                <a:lnTo>
                  <a:pt x="5883" y="10585"/>
                </a:lnTo>
                <a:lnTo>
                  <a:pt x="9966" y="9740"/>
                </a:lnTo>
                <a:lnTo>
                  <a:pt x="10466" y="9180"/>
                </a:lnTo>
                <a:lnTo>
                  <a:pt x="104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8690327" y="-100"/>
            <a:ext cx="404408" cy="448441"/>
          </a:xfrm>
          <a:custGeom>
            <a:avLst/>
            <a:gdLst/>
            <a:ahLst/>
            <a:cxnLst/>
            <a:rect l="l" t="t" r="r" b="b"/>
            <a:pathLst>
              <a:path w="3490" h="3870" extrusionOk="0">
                <a:moveTo>
                  <a:pt x="453" y="0"/>
                </a:moveTo>
                <a:lnTo>
                  <a:pt x="1" y="3870"/>
                </a:lnTo>
                <a:lnTo>
                  <a:pt x="34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7979889" y="-100"/>
            <a:ext cx="710554" cy="448441"/>
          </a:xfrm>
          <a:custGeom>
            <a:avLst/>
            <a:gdLst/>
            <a:ahLst/>
            <a:cxnLst/>
            <a:rect l="l" t="t" r="r" b="b"/>
            <a:pathLst>
              <a:path w="6132" h="3870" extrusionOk="0">
                <a:moveTo>
                  <a:pt x="988" y="0"/>
                </a:moveTo>
                <a:lnTo>
                  <a:pt x="0" y="1084"/>
                </a:lnTo>
                <a:lnTo>
                  <a:pt x="6132" y="3870"/>
                </a:lnTo>
                <a:lnTo>
                  <a:pt x="38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7927397" y="448226"/>
            <a:ext cx="763046" cy="576832"/>
          </a:xfrm>
          <a:custGeom>
            <a:avLst/>
            <a:gdLst/>
            <a:ahLst/>
            <a:cxnLst/>
            <a:rect l="l" t="t" r="r" b="b"/>
            <a:pathLst>
              <a:path w="6585" h="4978" extrusionOk="0">
                <a:moveTo>
                  <a:pt x="6585" y="1"/>
                </a:moveTo>
                <a:lnTo>
                  <a:pt x="1" y="1418"/>
                </a:lnTo>
                <a:lnTo>
                  <a:pt x="2037" y="4978"/>
                </a:lnTo>
                <a:lnTo>
                  <a:pt x="658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8610372" y="448226"/>
            <a:ext cx="465012" cy="778225"/>
          </a:xfrm>
          <a:custGeom>
            <a:avLst/>
            <a:gdLst/>
            <a:ahLst/>
            <a:cxnLst/>
            <a:rect l="l" t="t" r="r" b="b"/>
            <a:pathLst>
              <a:path w="4013" h="6716" extrusionOk="0">
                <a:moveTo>
                  <a:pt x="691" y="1"/>
                </a:moveTo>
                <a:lnTo>
                  <a:pt x="0" y="6716"/>
                </a:lnTo>
                <a:lnTo>
                  <a:pt x="0" y="6716"/>
                </a:lnTo>
                <a:lnTo>
                  <a:pt x="4013" y="5883"/>
                </a:lnTo>
                <a:lnTo>
                  <a:pt x="69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8690327" y="358538"/>
            <a:ext cx="447167" cy="288532"/>
          </a:xfrm>
          <a:custGeom>
            <a:avLst/>
            <a:gdLst/>
            <a:ahLst/>
            <a:cxnLst/>
            <a:rect l="l" t="t" r="r" b="b"/>
            <a:pathLst>
              <a:path w="3859" h="2490" extrusionOk="0">
                <a:moveTo>
                  <a:pt x="3858" y="1"/>
                </a:moveTo>
                <a:lnTo>
                  <a:pt x="1" y="775"/>
                </a:lnTo>
                <a:lnTo>
                  <a:pt x="3858" y="2489"/>
                </a:lnTo>
                <a:lnTo>
                  <a:pt x="385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411079" y="2211168"/>
            <a:ext cx="386448" cy="249598"/>
          </a:xfrm>
          <a:custGeom>
            <a:avLst/>
            <a:gdLst/>
            <a:ahLst/>
            <a:cxnLst/>
            <a:rect l="l" t="t" r="r" b="b"/>
            <a:pathLst>
              <a:path w="3335" h="2154" extrusionOk="0">
                <a:moveTo>
                  <a:pt x="538" y="0"/>
                </a:moveTo>
                <a:cubicBezTo>
                  <a:pt x="371" y="0"/>
                  <a:pt x="215" y="85"/>
                  <a:pt x="108" y="265"/>
                </a:cubicBezTo>
                <a:cubicBezTo>
                  <a:pt x="0" y="444"/>
                  <a:pt x="12" y="634"/>
                  <a:pt x="155" y="801"/>
                </a:cubicBezTo>
                <a:cubicBezTo>
                  <a:pt x="286" y="967"/>
                  <a:pt x="429" y="1039"/>
                  <a:pt x="596" y="1158"/>
                </a:cubicBezTo>
                <a:cubicBezTo>
                  <a:pt x="893" y="1360"/>
                  <a:pt x="1179" y="1563"/>
                  <a:pt x="1489" y="1741"/>
                </a:cubicBezTo>
                <a:cubicBezTo>
                  <a:pt x="1770" y="1897"/>
                  <a:pt x="2144" y="2154"/>
                  <a:pt x="2469" y="2154"/>
                </a:cubicBezTo>
                <a:cubicBezTo>
                  <a:pt x="2667" y="2154"/>
                  <a:pt x="2846" y="2059"/>
                  <a:pt x="2977" y="1789"/>
                </a:cubicBezTo>
                <a:cubicBezTo>
                  <a:pt x="3334" y="1039"/>
                  <a:pt x="2334" y="670"/>
                  <a:pt x="1882" y="491"/>
                </a:cubicBezTo>
                <a:cubicBezTo>
                  <a:pt x="1441" y="301"/>
                  <a:pt x="1131" y="146"/>
                  <a:pt x="703" y="27"/>
                </a:cubicBezTo>
                <a:cubicBezTo>
                  <a:pt x="647" y="9"/>
                  <a:pt x="592" y="0"/>
                  <a:pt x="53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562877" y="2388111"/>
            <a:ext cx="153189" cy="46930"/>
          </a:xfrm>
          <a:custGeom>
            <a:avLst/>
            <a:gdLst/>
            <a:ahLst/>
            <a:cxnLst/>
            <a:rect l="l" t="t" r="r" b="b"/>
            <a:pathLst>
              <a:path w="1322" h="405" extrusionOk="0">
                <a:moveTo>
                  <a:pt x="0" y="0"/>
                </a:moveTo>
                <a:cubicBezTo>
                  <a:pt x="345" y="262"/>
                  <a:pt x="524" y="393"/>
                  <a:pt x="798" y="405"/>
                </a:cubicBezTo>
                <a:cubicBezTo>
                  <a:pt x="869" y="405"/>
                  <a:pt x="1084" y="393"/>
                  <a:pt x="1131" y="357"/>
                </a:cubicBezTo>
                <a:cubicBezTo>
                  <a:pt x="1226" y="298"/>
                  <a:pt x="1322" y="179"/>
                  <a:pt x="1310" y="107"/>
                </a:cubicBezTo>
                <a:lnTo>
                  <a:pt x="1310" y="107"/>
                </a:lnTo>
                <a:cubicBezTo>
                  <a:pt x="1192" y="180"/>
                  <a:pt x="1044" y="209"/>
                  <a:pt x="885" y="209"/>
                </a:cubicBezTo>
                <a:cubicBezTo>
                  <a:pt x="579" y="209"/>
                  <a:pt x="235" y="102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630433" y="2273510"/>
            <a:ext cx="98031" cy="127116"/>
          </a:xfrm>
          <a:custGeom>
            <a:avLst/>
            <a:gdLst/>
            <a:ahLst/>
            <a:cxnLst/>
            <a:rect l="l" t="t" r="r" b="b"/>
            <a:pathLst>
              <a:path w="846" h="1097" extrusionOk="0">
                <a:moveTo>
                  <a:pt x="0" y="1"/>
                </a:moveTo>
                <a:cubicBezTo>
                  <a:pt x="298" y="251"/>
                  <a:pt x="739" y="691"/>
                  <a:pt x="715" y="1096"/>
                </a:cubicBezTo>
                <a:cubicBezTo>
                  <a:pt x="786" y="1084"/>
                  <a:pt x="846" y="930"/>
                  <a:pt x="846" y="834"/>
                </a:cubicBezTo>
                <a:cubicBezTo>
                  <a:pt x="846" y="775"/>
                  <a:pt x="762" y="572"/>
                  <a:pt x="727" y="537"/>
                </a:cubicBezTo>
                <a:cubicBezTo>
                  <a:pt x="596" y="275"/>
                  <a:pt x="381" y="179"/>
                  <a:pt x="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234484" y="2301320"/>
            <a:ext cx="360144" cy="301974"/>
          </a:xfrm>
          <a:custGeom>
            <a:avLst/>
            <a:gdLst/>
            <a:ahLst/>
            <a:cxnLst/>
            <a:rect l="l" t="t" r="r" b="b"/>
            <a:pathLst>
              <a:path w="3108" h="2606" extrusionOk="0">
                <a:moveTo>
                  <a:pt x="530" y="0"/>
                </a:moveTo>
                <a:cubicBezTo>
                  <a:pt x="404" y="0"/>
                  <a:pt x="292" y="55"/>
                  <a:pt x="203" y="178"/>
                </a:cubicBezTo>
                <a:cubicBezTo>
                  <a:pt x="24" y="392"/>
                  <a:pt x="0" y="618"/>
                  <a:pt x="155" y="809"/>
                </a:cubicBezTo>
                <a:cubicBezTo>
                  <a:pt x="405" y="1166"/>
                  <a:pt x="667" y="1428"/>
                  <a:pt x="965" y="1761"/>
                </a:cubicBezTo>
                <a:cubicBezTo>
                  <a:pt x="1191" y="2059"/>
                  <a:pt x="1637" y="2605"/>
                  <a:pt x="2094" y="2605"/>
                </a:cubicBezTo>
                <a:cubicBezTo>
                  <a:pt x="2238" y="2605"/>
                  <a:pt x="2384" y="2550"/>
                  <a:pt x="2525" y="2416"/>
                </a:cubicBezTo>
                <a:cubicBezTo>
                  <a:pt x="3108" y="1868"/>
                  <a:pt x="2382" y="1368"/>
                  <a:pt x="2013" y="1023"/>
                </a:cubicBezTo>
                <a:cubicBezTo>
                  <a:pt x="1751" y="785"/>
                  <a:pt x="1465" y="570"/>
                  <a:pt x="1191" y="356"/>
                </a:cubicBezTo>
                <a:cubicBezTo>
                  <a:pt x="1036" y="213"/>
                  <a:pt x="917" y="118"/>
                  <a:pt x="715" y="35"/>
                </a:cubicBezTo>
                <a:cubicBezTo>
                  <a:pt x="651" y="12"/>
                  <a:pt x="589" y="0"/>
                  <a:pt x="5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440048" y="2405956"/>
            <a:ext cx="82852" cy="140906"/>
          </a:xfrm>
          <a:custGeom>
            <a:avLst/>
            <a:gdLst/>
            <a:ahLst/>
            <a:cxnLst/>
            <a:rect l="l" t="t" r="r" b="b"/>
            <a:pathLst>
              <a:path w="715" h="1216" extrusionOk="0">
                <a:moveTo>
                  <a:pt x="0" y="1"/>
                </a:moveTo>
                <a:lnTo>
                  <a:pt x="0" y="1"/>
                </a:lnTo>
                <a:cubicBezTo>
                  <a:pt x="262" y="298"/>
                  <a:pt x="596" y="822"/>
                  <a:pt x="512" y="1215"/>
                </a:cubicBezTo>
                <a:cubicBezTo>
                  <a:pt x="584" y="1215"/>
                  <a:pt x="679" y="1084"/>
                  <a:pt x="703" y="977"/>
                </a:cubicBezTo>
                <a:cubicBezTo>
                  <a:pt x="715" y="918"/>
                  <a:pt x="655" y="715"/>
                  <a:pt x="643" y="668"/>
                </a:cubicBezTo>
                <a:cubicBezTo>
                  <a:pt x="536" y="382"/>
                  <a:pt x="346" y="251"/>
                  <a:pt x="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353141" y="2508043"/>
            <a:ext cx="146352" cy="65586"/>
          </a:xfrm>
          <a:custGeom>
            <a:avLst/>
            <a:gdLst/>
            <a:ahLst/>
            <a:cxnLst/>
            <a:rect l="l" t="t" r="r" b="b"/>
            <a:pathLst>
              <a:path w="1263" h="566" extrusionOk="0">
                <a:moveTo>
                  <a:pt x="0" y="1"/>
                </a:moveTo>
                <a:lnTo>
                  <a:pt x="0" y="1"/>
                </a:lnTo>
                <a:cubicBezTo>
                  <a:pt x="298" y="299"/>
                  <a:pt x="441" y="453"/>
                  <a:pt x="715" y="549"/>
                </a:cubicBezTo>
                <a:cubicBezTo>
                  <a:pt x="757" y="557"/>
                  <a:pt x="876" y="565"/>
                  <a:pt x="959" y="565"/>
                </a:cubicBezTo>
                <a:cubicBezTo>
                  <a:pt x="994" y="565"/>
                  <a:pt x="1022" y="564"/>
                  <a:pt x="1036" y="560"/>
                </a:cubicBezTo>
                <a:cubicBezTo>
                  <a:pt x="1143" y="513"/>
                  <a:pt x="1262" y="418"/>
                  <a:pt x="1262" y="334"/>
                </a:cubicBezTo>
                <a:lnTo>
                  <a:pt x="1262" y="334"/>
                </a:lnTo>
                <a:cubicBezTo>
                  <a:pt x="1191" y="362"/>
                  <a:pt x="1112" y="374"/>
                  <a:pt x="1029" y="374"/>
                </a:cubicBezTo>
                <a:cubicBezTo>
                  <a:pt x="682" y="374"/>
                  <a:pt x="260" y="164"/>
                  <a:pt x="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1349" y="583451"/>
            <a:ext cx="789260" cy="1271057"/>
          </a:xfrm>
          <a:custGeom>
            <a:avLst/>
            <a:gdLst/>
            <a:ahLst/>
            <a:cxnLst/>
            <a:rect l="l" t="t" r="r" b="b"/>
            <a:pathLst>
              <a:path w="8466" h="13634" extrusionOk="0">
                <a:moveTo>
                  <a:pt x="1584" y="1"/>
                </a:moveTo>
                <a:lnTo>
                  <a:pt x="0" y="608"/>
                </a:lnTo>
                <a:lnTo>
                  <a:pt x="0" y="13014"/>
                </a:lnTo>
                <a:lnTo>
                  <a:pt x="2215" y="13633"/>
                </a:lnTo>
                <a:lnTo>
                  <a:pt x="6156" y="12145"/>
                </a:lnTo>
                <a:lnTo>
                  <a:pt x="8466" y="8633"/>
                </a:lnTo>
                <a:lnTo>
                  <a:pt x="8287" y="4418"/>
                </a:lnTo>
                <a:lnTo>
                  <a:pt x="5656" y="1132"/>
                </a:lnTo>
                <a:lnTo>
                  <a:pt x="1584" y="1"/>
                </a:lnTo>
                <a:close/>
              </a:path>
            </a:pathLst>
          </a:custGeom>
          <a:solidFill>
            <a:srgbClr val="AED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148925" y="583451"/>
            <a:ext cx="379713" cy="635062"/>
          </a:xfrm>
          <a:custGeom>
            <a:avLst/>
            <a:gdLst/>
            <a:ahLst/>
            <a:cxnLst/>
            <a:rect l="l" t="t" r="r" b="b"/>
            <a:pathLst>
              <a:path w="4073" h="6812" extrusionOk="0">
                <a:moveTo>
                  <a:pt x="1" y="1"/>
                </a:moveTo>
                <a:lnTo>
                  <a:pt x="322" y="6811"/>
                </a:lnTo>
                <a:lnTo>
                  <a:pt x="4073" y="113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1349" y="996350"/>
            <a:ext cx="177691" cy="222160"/>
          </a:xfrm>
          <a:custGeom>
            <a:avLst/>
            <a:gdLst/>
            <a:ahLst/>
            <a:cxnLst/>
            <a:rect l="l" t="t" r="r" b="b"/>
            <a:pathLst>
              <a:path w="1906" h="2383" extrusionOk="0">
                <a:moveTo>
                  <a:pt x="0" y="1"/>
                </a:moveTo>
                <a:lnTo>
                  <a:pt x="0" y="1858"/>
                </a:lnTo>
                <a:lnTo>
                  <a:pt x="1905" y="238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1349" y="1218414"/>
            <a:ext cx="177691" cy="269799"/>
          </a:xfrm>
          <a:custGeom>
            <a:avLst/>
            <a:gdLst/>
            <a:ahLst/>
            <a:cxnLst/>
            <a:rect l="l" t="t" r="r" b="b"/>
            <a:pathLst>
              <a:path w="1906" h="2894" extrusionOk="0">
                <a:moveTo>
                  <a:pt x="1905" y="0"/>
                </a:moveTo>
                <a:lnTo>
                  <a:pt x="0" y="714"/>
                </a:lnTo>
                <a:lnTo>
                  <a:pt x="0" y="2893"/>
                </a:lnTo>
                <a:lnTo>
                  <a:pt x="19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178944" y="1218414"/>
            <a:ext cx="396308" cy="636088"/>
          </a:xfrm>
          <a:custGeom>
            <a:avLst/>
            <a:gdLst/>
            <a:ahLst/>
            <a:cxnLst/>
            <a:rect l="l" t="t" r="r" b="b"/>
            <a:pathLst>
              <a:path w="4251" h="6823" extrusionOk="0">
                <a:moveTo>
                  <a:pt x="0" y="0"/>
                </a:moveTo>
                <a:lnTo>
                  <a:pt x="310" y="6822"/>
                </a:lnTo>
                <a:lnTo>
                  <a:pt x="4251" y="5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78944" y="995231"/>
            <a:ext cx="611662" cy="393045"/>
          </a:xfrm>
          <a:custGeom>
            <a:avLst/>
            <a:gdLst/>
            <a:ahLst/>
            <a:cxnLst/>
            <a:rect l="l" t="t" r="r" b="b"/>
            <a:pathLst>
              <a:path w="6561" h="4216" extrusionOk="0">
                <a:moveTo>
                  <a:pt x="6382" y="1"/>
                </a:moveTo>
                <a:lnTo>
                  <a:pt x="0" y="2394"/>
                </a:lnTo>
                <a:lnTo>
                  <a:pt x="6561" y="4216"/>
                </a:lnTo>
                <a:lnTo>
                  <a:pt x="638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-50" y="2788000"/>
            <a:ext cx="9287586" cy="1942435"/>
          </a:xfrm>
          <a:custGeom>
            <a:avLst/>
            <a:gdLst/>
            <a:ahLst/>
            <a:cxnLst/>
            <a:rect l="l" t="t" r="r" b="b"/>
            <a:pathLst>
              <a:path w="80094" h="16763" extrusionOk="0">
                <a:moveTo>
                  <a:pt x="6243" y="1"/>
                </a:moveTo>
                <a:cubicBezTo>
                  <a:pt x="5631" y="1"/>
                  <a:pt x="5015" y="38"/>
                  <a:pt x="4406" y="109"/>
                </a:cubicBezTo>
                <a:cubicBezTo>
                  <a:pt x="3096" y="276"/>
                  <a:pt x="1393" y="800"/>
                  <a:pt x="0" y="1526"/>
                </a:cubicBezTo>
                <a:lnTo>
                  <a:pt x="0" y="7741"/>
                </a:lnTo>
                <a:cubicBezTo>
                  <a:pt x="194" y="7757"/>
                  <a:pt x="387" y="7764"/>
                  <a:pt x="580" y="7764"/>
                </a:cubicBezTo>
                <a:cubicBezTo>
                  <a:pt x="2986" y="7764"/>
                  <a:pt x="5338" y="6607"/>
                  <a:pt x="7608" y="6276"/>
                </a:cubicBezTo>
                <a:cubicBezTo>
                  <a:pt x="7987" y="6220"/>
                  <a:pt x="8329" y="6194"/>
                  <a:pt x="8642" y="6194"/>
                </a:cubicBezTo>
                <a:cubicBezTo>
                  <a:pt x="10453" y="6194"/>
                  <a:pt x="11334" y="7055"/>
                  <a:pt x="12907" y="7908"/>
                </a:cubicBezTo>
                <a:cubicBezTo>
                  <a:pt x="16098" y="9622"/>
                  <a:pt x="19157" y="10646"/>
                  <a:pt x="23122" y="11182"/>
                </a:cubicBezTo>
                <a:cubicBezTo>
                  <a:pt x="24092" y="11315"/>
                  <a:pt x="25048" y="11373"/>
                  <a:pt x="25994" y="11373"/>
                </a:cubicBezTo>
                <a:cubicBezTo>
                  <a:pt x="32544" y="11373"/>
                  <a:pt x="38574" y="8580"/>
                  <a:pt x="45139" y="8580"/>
                </a:cubicBezTo>
                <a:cubicBezTo>
                  <a:pt x="45592" y="8580"/>
                  <a:pt x="46048" y="8594"/>
                  <a:pt x="46506" y="8622"/>
                </a:cubicBezTo>
                <a:cubicBezTo>
                  <a:pt x="49459" y="8801"/>
                  <a:pt x="52245" y="10682"/>
                  <a:pt x="54662" y="11765"/>
                </a:cubicBezTo>
                <a:cubicBezTo>
                  <a:pt x="57841" y="13206"/>
                  <a:pt x="60972" y="14516"/>
                  <a:pt x="64806" y="14908"/>
                </a:cubicBezTo>
                <a:cubicBezTo>
                  <a:pt x="66932" y="15126"/>
                  <a:pt x="74349" y="16762"/>
                  <a:pt x="77358" y="16762"/>
                </a:cubicBezTo>
                <a:cubicBezTo>
                  <a:pt x="77635" y="16762"/>
                  <a:pt x="77875" y="16748"/>
                  <a:pt x="78070" y="16718"/>
                </a:cubicBezTo>
                <a:cubicBezTo>
                  <a:pt x="80094" y="16409"/>
                  <a:pt x="76998" y="13361"/>
                  <a:pt x="76772" y="11765"/>
                </a:cubicBezTo>
                <a:cubicBezTo>
                  <a:pt x="76009" y="12137"/>
                  <a:pt x="75049" y="12243"/>
                  <a:pt x="74072" y="12243"/>
                </a:cubicBezTo>
                <a:cubicBezTo>
                  <a:pt x="73236" y="12243"/>
                  <a:pt x="72387" y="12165"/>
                  <a:pt x="71640" y="12110"/>
                </a:cubicBezTo>
                <a:cubicBezTo>
                  <a:pt x="68378" y="11884"/>
                  <a:pt x="65056" y="11313"/>
                  <a:pt x="62175" y="10229"/>
                </a:cubicBezTo>
                <a:cubicBezTo>
                  <a:pt x="59924" y="9384"/>
                  <a:pt x="57948" y="8158"/>
                  <a:pt x="55960" y="7050"/>
                </a:cubicBezTo>
                <a:cubicBezTo>
                  <a:pt x="52959" y="5348"/>
                  <a:pt x="49911" y="4621"/>
                  <a:pt x="45958" y="4348"/>
                </a:cubicBezTo>
                <a:cubicBezTo>
                  <a:pt x="45165" y="4296"/>
                  <a:pt x="44390" y="4271"/>
                  <a:pt x="43629" y="4271"/>
                </a:cubicBezTo>
                <a:cubicBezTo>
                  <a:pt x="40555" y="4271"/>
                  <a:pt x="37697" y="4668"/>
                  <a:pt x="34624" y="5241"/>
                </a:cubicBezTo>
                <a:cubicBezTo>
                  <a:pt x="31986" y="5727"/>
                  <a:pt x="29721" y="6331"/>
                  <a:pt x="26999" y="6331"/>
                </a:cubicBezTo>
                <a:cubicBezTo>
                  <a:pt x="26724" y="6331"/>
                  <a:pt x="26444" y="6325"/>
                  <a:pt x="26158" y="6312"/>
                </a:cubicBezTo>
                <a:cubicBezTo>
                  <a:pt x="20360" y="6098"/>
                  <a:pt x="15502" y="3026"/>
                  <a:pt x="10954" y="931"/>
                </a:cubicBezTo>
                <a:cubicBezTo>
                  <a:pt x="9536" y="278"/>
                  <a:pt x="7902" y="1"/>
                  <a:pt x="624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-50" y="3046056"/>
            <a:ext cx="8918954" cy="1754483"/>
          </a:xfrm>
          <a:custGeom>
            <a:avLst/>
            <a:gdLst/>
            <a:ahLst/>
            <a:cxnLst/>
            <a:rect l="l" t="t" r="r" b="b"/>
            <a:pathLst>
              <a:path w="76915" h="15141" extrusionOk="0">
                <a:moveTo>
                  <a:pt x="6169" y="0"/>
                </a:moveTo>
                <a:cubicBezTo>
                  <a:pt x="5558" y="0"/>
                  <a:pt x="4944" y="38"/>
                  <a:pt x="4334" y="108"/>
                </a:cubicBezTo>
                <a:cubicBezTo>
                  <a:pt x="3060" y="275"/>
                  <a:pt x="1370" y="787"/>
                  <a:pt x="0" y="1478"/>
                </a:cubicBezTo>
                <a:lnTo>
                  <a:pt x="0" y="7752"/>
                </a:lnTo>
                <a:cubicBezTo>
                  <a:pt x="164" y="7764"/>
                  <a:pt x="327" y="7769"/>
                  <a:pt x="490" y="7769"/>
                </a:cubicBezTo>
                <a:cubicBezTo>
                  <a:pt x="2902" y="7769"/>
                  <a:pt x="5251" y="6599"/>
                  <a:pt x="7537" y="6276"/>
                </a:cubicBezTo>
                <a:cubicBezTo>
                  <a:pt x="7906" y="6223"/>
                  <a:pt x="8240" y="6198"/>
                  <a:pt x="8548" y="6198"/>
                </a:cubicBezTo>
                <a:cubicBezTo>
                  <a:pt x="10374" y="6198"/>
                  <a:pt x="11256" y="7063"/>
                  <a:pt x="12835" y="7919"/>
                </a:cubicBezTo>
                <a:cubicBezTo>
                  <a:pt x="16014" y="9622"/>
                  <a:pt x="19086" y="10657"/>
                  <a:pt x="23039" y="11193"/>
                </a:cubicBezTo>
                <a:cubicBezTo>
                  <a:pt x="24000" y="11324"/>
                  <a:pt x="24947" y="11381"/>
                  <a:pt x="25884" y="11381"/>
                </a:cubicBezTo>
                <a:cubicBezTo>
                  <a:pt x="32436" y="11381"/>
                  <a:pt x="38473" y="8590"/>
                  <a:pt x="45027" y="8590"/>
                </a:cubicBezTo>
                <a:cubicBezTo>
                  <a:pt x="45489" y="8590"/>
                  <a:pt x="45955" y="8604"/>
                  <a:pt x="46423" y="8633"/>
                </a:cubicBezTo>
                <a:cubicBezTo>
                  <a:pt x="49387" y="8812"/>
                  <a:pt x="52174" y="10681"/>
                  <a:pt x="54579" y="11765"/>
                </a:cubicBezTo>
                <a:cubicBezTo>
                  <a:pt x="57769" y="13217"/>
                  <a:pt x="60889" y="14527"/>
                  <a:pt x="64735" y="14908"/>
                </a:cubicBezTo>
                <a:cubicBezTo>
                  <a:pt x="66030" y="15041"/>
                  <a:pt x="67373" y="15140"/>
                  <a:pt x="68711" y="15140"/>
                </a:cubicBezTo>
                <a:cubicBezTo>
                  <a:pt x="69771" y="15140"/>
                  <a:pt x="70828" y="15078"/>
                  <a:pt x="71855" y="14920"/>
                </a:cubicBezTo>
                <a:cubicBezTo>
                  <a:pt x="73891" y="14610"/>
                  <a:pt x="76915" y="13360"/>
                  <a:pt x="76712" y="11765"/>
                </a:cubicBezTo>
                <a:lnTo>
                  <a:pt x="76712" y="11765"/>
                </a:lnTo>
                <a:cubicBezTo>
                  <a:pt x="75954" y="12137"/>
                  <a:pt x="75005" y="12242"/>
                  <a:pt x="74039" y="12242"/>
                </a:cubicBezTo>
                <a:cubicBezTo>
                  <a:pt x="73184" y="12242"/>
                  <a:pt x="72317" y="12160"/>
                  <a:pt x="71557" y="12110"/>
                </a:cubicBezTo>
                <a:cubicBezTo>
                  <a:pt x="68306" y="11884"/>
                  <a:pt x="64985" y="11324"/>
                  <a:pt x="62091" y="10229"/>
                </a:cubicBezTo>
                <a:cubicBezTo>
                  <a:pt x="59853" y="9383"/>
                  <a:pt x="57865" y="8169"/>
                  <a:pt x="55888" y="7050"/>
                </a:cubicBezTo>
                <a:cubicBezTo>
                  <a:pt x="52888" y="5359"/>
                  <a:pt x="49828" y="4621"/>
                  <a:pt x="45887" y="4359"/>
                </a:cubicBezTo>
                <a:cubicBezTo>
                  <a:pt x="45081" y="4304"/>
                  <a:pt x="44295" y="4278"/>
                  <a:pt x="43523" y="4278"/>
                </a:cubicBezTo>
                <a:cubicBezTo>
                  <a:pt x="40462" y="4278"/>
                  <a:pt x="37614" y="4682"/>
                  <a:pt x="34552" y="5252"/>
                </a:cubicBezTo>
                <a:cubicBezTo>
                  <a:pt x="31898" y="5741"/>
                  <a:pt x="29622" y="6340"/>
                  <a:pt x="26870" y="6340"/>
                </a:cubicBezTo>
                <a:cubicBezTo>
                  <a:pt x="26609" y="6340"/>
                  <a:pt x="26345" y="6335"/>
                  <a:pt x="26075" y="6324"/>
                </a:cubicBezTo>
                <a:cubicBezTo>
                  <a:pt x="20289" y="6097"/>
                  <a:pt x="15419" y="3025"/>
                  <a:pt x="10883" y="930"/>
                </a:cubicBezTo>
                <a:cubicBezTo>
                  <a:pt x="9456" y="278"/>
                  <a:pt x="7826" y="0"/>
                  <a:pt x="6169" y="0"/>
                </a:cubicBezTo>
                <a:close/>
              </a:path>
            </a:pathLst>
          </a:custGeom>
          <a:solidFill>
            <a:srgbClr val="AED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1342" y="3468541"/>
            <a:ext cx="9141247" cy="1670705"/>
          </a:xfrm>
          <a:custGeom>
            <a:avLst/>
            <a:gdLst/>
            <a:ahLst/>
            <a:cxnLst/>
            <a:rect l="l" t="t" r="r" b="b"/>
            <a:pathLst>
              <a:path w="78832" h="14418" extrusionOk="0">
                <a:moveTo>
                  <a:pt x="7078" y="1"/>
                </a:moveTo>
                <a:cubicBezTo>
                  <a:pt x="4536" y="1"/>
                  <a:pt x="2195" y="1220"/>
                  <a:pt x="0" y="2094"/>
                </a:cubicBezTo>
                <a:lnTo>
                  <a:pt x="0" y="14417"/>
                </a:lnTo>
                <a:lnTo>
                  <a:pt x="78415" y="14417"/>
                </a:lnTo>
                <a:cubicBezTo>
                  <a:pt x="78486" y="12810"/>
                  <a:pt x="78832" y="11119"/>
                  <a:pt x="77772" y="9714"/>
                </a:cubicBezTo>
                <a:cubicBezTo>
                  <a:pt x="76379" y="9726"/>
                  <a:pt x="74902" y="10321"/>
                  <a:pt x="73474" y="10476"/>
                </a:cubicBezTo>
                <a:cubicBezTo>
                  <a:pt x="72200" y="10596"/>
                  <a:pt x="70956" y="10641"/>
                  <a:pt x="69715" y="10641"/>
                </a:cubicBezTo>
                <a:cubicBezTo>
                  <a:pt x="68243" y="10641"/>
                  <a:pt x="66776" y="10577"/>
                  <a:pt x="65270" y="10500"/>
                </a:cubicBezTo>
                <a:cubicBezTo>
                  <a:pt x="61591" y="10333"/>
                  <a:pt x="57948" y="9535"/>
                  <a:pt x="55162" y="7916"/>
                </a:cubicBezTo>
                <a:cubicBezTo>
                  <a:pt x="52924" y="6607"/>
                  <a:pt x="51054" y="5225"/>
                  <a:pt x="48256" y="4392"/>
                </a:cubicBezTo>
                <a:cubicBezTo>
                  <a:pt x="46141" y="3759"/>
                  <a:pt x="44300" y="3478"/>
                  <a:pt x="42489" y="3478"/>
                </a:cubicBezTo>
                <a:cubicBezTo>
                  <a:pt x="40415" y="3478"/>
                  <a:pt x="38381" y="3846"/>
                  <a:pt x="36017" y="4475"/>
                </a:cubicBezTo>
                <a:cubicBezTo>
                  <a:pt x="34654" y="4828"/>
                  <a:pt x="32986" y="5117"/>
                  <a:pt x="31400" y="5117"/>
                </a:cubicBezTo>
                <a:cubicBezTo>
                  <a:pt x="30256" y="5117"/>
                  <a:pt x="29155" y="4967"/>
                  <a:pt x="28242" y="4583"/>
                </a:cubicBezTo>
                <a:cubicBezTo>
                  <a:pt x="27653" y="4332"/>
                  <a:pt x="26839" y="4244"/>
                  <a:pt x="26022" y="4244"/>
                </a:cubicBezTo>
                <a:cubicBezTo>
                  <a:pt x="24739" y="4244"/>
                  <a:pt x="23447" y="4461"/>
                  <a:pt x="23003" y="4606"/>
                </a:cubicBezTo>
                <a:cubicBezTo>
                  <a:pt x="22185" y="4879"/>
                  <a:pt x="21525" y="4987"/>
                  <a:pt x="20718" y="4987"/>
                </a:cubicBezTo>
                <a:cubicBezTo>
                  <a:pt x="20398" y="4987"/>
                  <a:pt x="20055" y="4970"/>
                  <a:pt x="19669" y="4940"/>
                </a:cubicBezTo>
                <a:cubicBezTo>
                  <a:pt x="16336" y="4666"/>
                  <a:pt x="14062" y="3404"/>
                  <a:pt x="11728" y="1892"/>
                </a:cubicBezTo>
                <a:cubicBezTo>
                  <a:pt x="10752" y="1261"/>
                  <a:pt x="9549" y="284"/>
                  <a:pt x="8192" y="82"/>
                </a:cubicBezTo>
                <a:cubicBezTo>
                  <a:pt x="7816" y="26"/>
                  <a:pt x="7445" y="1"/>
                  <a:pt x="707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1342" y="3992649"/>
            <a:ext cx="7175169" cy="1146596"/>
          </a:xfrm>
          <a:custGeom>
            <a:avLst/>
            <a:gdLst/>
            <a:ahLst/>
            <a:cxnLst/>
            <a:rect l="l" t="t" r="r" b="b"/>
            <a:pathLst>
              <a:path w="61877" h="9895" extrusionOk="0">
                <a:moveTo>
                  <a:pt x="8517" y="0"/>
                </a:moveTo>
                <a:cubicBezTo>
                  <a:pt x="5407" y="0"/>
                  <a:pt x="2585" y="1831"/>
                  <a:pt x="0" y="2607"/>
                </a:cubicBezTo>
                <a:lnTo>
                  <a:pt x="0" y="9894"/>
                </a:lnTo>
                <a:lnTo>
                  <a:pt x="61877" y="9894"/>
                </a:lnTo>
                <a:cubicBezTo>
                  <a:pt x="59960" y="9465"/>
                  <a:pt x="58162" y="8822"/>
                  <a:pt x="56614" y="7918"/>
                </a:cubicBezTo>
                <a:cubicBezTo>
                  <a:pt x="54364" y="6608"/>
                  <a:pt x="52495" y="5215"/>
                  <a:pt x="49709" y="4393"/>
                </a:cubicBezTo>
                <a:cubicBezTo>
                  <a:pt x="47588" y="3760"/>
                  <a:pt x="45744" y="3480"/>
                  <a:pt x="43931" y="3480"/>
                </a:cubicBezTo>
                <a:cubicBezTo>
                  <a:pt x="41856" y="3480"/>
                  <a:pt x="39821" y="3848"/>
                  <a:pt x="37457" y="4477"/>
                </a:cubicBezTo>
                <a:cubicBezTo>
                  <a:pt x="36101" y="4830"/>
                  <a:pt x="34432" y="5118"/>
                  <a:pt x="32844" y="5118"/>
                </a:cubicBezTo>
                <a:cubicBezTo>
                  <a:pt x="31699" y="5118"/>
                  <a:pt x="30595" y="4968"/>
                  <a:pt x="29683" y="4584"/>
                </a:cubicBezTo>
                <a:cubicBezTo>
                  <a:pt x="29094" y="4334"/>
                  <a:pt x="28282" y="4246"/>
                  <a:pt x="27466" y="4246"/>
                </a:cubicBezTo>
                <a:cubicBezTo>
                  <a:pt x="26185" y="4246"/>
                  <a:pt x="24895" y="4462"/>
                  <a:pt x="24444" y="4608"/>
                </a:cubicBezTo>
                <a:cubicBezTo>
                  <a:pt x="23622" y="4882"/>
                  <a:pt x="22960" y="4983"/>
                  <a:pt x="22148" y="4983"/>
                </a:cubicBezTo>
                <a:cubicBezTo>
                  <a:pt x="21831" y="4983"/>
                  <a:pt x="21491" y="4968"/>
                  <a:pt x="21110" y="4941"/>
                </a:cubicBezTo>
                <a:cubicBezTo>
                  <a:pt x="17776" y="4667"/>
                  <a:pt x="15502" y="3405"/>
                  <a:pt x="13169" y="1893"/>
                </a:cubicBezTo>
                <a:cubicBezTo>
                  <a:pt x="12204" y="1262"/>
                  <a:pt x="10990" y="274"/>
                  <a:pt x="9644" y="83"/>
                </a:cubicBezTo>
                <a:cubicBezTo>
                  <a:pt x="9264" y="26"/>
                  <a:pt x="8889" y="0"/>
                  <a:pt x="8517" y="0"/>
                </a:cubicBezTo>
                <a:close/>
              </a:path>
            </a:pathLst>
          </a:custGeom>
          <a:solidFill>
            <a:srgbClr val="67B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321202" y="3526247"/>
            <a:ext cx="7822798" cy="1612998"/>
          </a:xfrm>
          <a:custGeom>
            <a:avLst/>
            <a:gdLst/>
            <a:ahLst/>
            <a:cxnLst/>
            <a:rect l="l" t="t" r="r" b="b"/>
            <a:pathLst>
              <a:path w="67462" h="13920" extrusionOk="0">
                <a:moveTo>
                  <a:pt x="60681" y="1"/>
                </a:moveTo>
                <a:cubicBezTo>
                  <a:pt x="58623" y="1"/>
                  <a:pt x="56591" y="352"/>
                  <a:pt x="54936" y="1179"/>
                </a:cubicBezTo>
                <a:cubicBezTo>
                  <a:pt x="50483" y="3370"/>
                  <a:pt x="45828" y="6466"/>
                  <a:pt x="39851" y="7049"/>
                </a:cubicBezTo>
                <a:cubicBezTo>
                  <a:pt x="39110" y="7121"/>
                  <a:pt x="38399" y="7151"/>
                  <a:pt x="37706" y="7151"/>
                </a:cubicBezTo>
                <a:cubicBezTo>
                  <a:pt x="35422" y="7151"/>
                  <a:pt x="33325" y="6825"/>
                  <a:pt x="30969" y="6597"/>
                </a:cubicBezTo>
                <a:cubicBezTo>
                  <a:pt x="28654" y="6365"/>
                  <a:pt x="26459" y="6204"/>
                  <a:pt x="24236" y="6204"/>
                </a:cubicBezTo>
                <a:cubicBezTo>
                  <a:pt x="22572" y="6204"/>
                  <a:pt x="20892" y="6294"/>
                  <a:pt x="19134" y="6513"/>
                </a:cubicBezTo>
                <a:cubicBezTo>
                  <a:pt x="15086" y="7002"/>
                  <a:pt x="12026" y="7847"/>
                  <a:pt x="9121" y="9585"/>
                </a:cubicBezTo>
                <a:cubicBezTo>
                  <a:pt x="7216" y="10740"/>
                  <a:pt x="5311" y="11966"/>
                  <a:pt x="3096" y="12883"/>
                </a:cubicBezTo>
                <a:cubicBezTo>
                  <a:pt x="2108" y="13276"/>
                  <a:pt x="1084" y="13621"/>
                  <a:pt x="1" y="13919"/>
                </a:cubicBezTo>
                <a:lnTo>
                  <a:pt x="10800" y="13919"/>
                </a:lnTo>
                <a:cubicBezTo>
                  <a:pt x="10883" y="13871"/>
                  <a:pt x="10966" y="13848"/>
                  <a:pt x="11038" y="13800"/>
                </a:cubicBezTo>
                <a:cubicBezTo>
                  <a:pt x="13407" y="12657"/>
                  <a:pt x="16062" y="10776"/>
                  <a:pt x="19110" y="10419"/>
                </a:cubicBezTo>
                <a:cubicBezTo>
                  <a:pt x="20176" y="10294"/>
                  <a:pt x="21236" y="10242"/>
                  <a:pt x="22291" y="10242"/>
                </a:cubicBezTo>
                <a:cubicBezTo>
                  <a:pt x="27870" y="10242"/>
                  <a:pt x="33331" y="11702"/>
                  <a:pt x="38905" y="11702"/>
                </a:cubicBezTo>
                <a:cubicBezTo>
                  <a:pt x="40456" y="11702"/>
                  <a:pt x="42016" y="11589"/>
                  <a:pt x="43589" y="11300"/>
                </a:cubicBezTo>
                <a:cubicBezTo>
                  <a:pt x="47614" y="10561"/>
                  <a:pt x="50662" y="9418"/>
                  <a:pt x="53757" y="7668"/>
                </a:cubicBezTo>
                <a:cubicBezTo>
                  <a:pt x="55400" y="6738"/>
                  <a:pt x="56206" y="5837"/>
                  <a:pt x="58427" y="5837"/>
                </a:cubicBezTo>
                <a:cubicBezTo>
                  <a:pt x="58621" y="5837"/>
                  <a:pt x="58826" y="5844"/>
                  <a:pt x="59044" y="5859"/>
                </a:cubicBezTo>
                <a:cubicBezTo>
                  <a:pt x="61259" y="5989"/>
                  <a:pt x="63626" y="6786"/>
                  <a:pt x="65932" y="6786"/>
                </a:cubicBezTo>
                <a:cubicBezTo>
                  <a:pt x="66365" y="6786"/>
                  <a:pt x="66796" y="6758"/>
                  <a:pt x="67223" y="6692"/>
                </a:cubicBezTo>
                <a:cubicBezTo>
                  <a:pt x="67319" y="6668"/>
                  <a:pt x="67390" y="6656"/>
                  <a:pt x="67461" y="6644"/>
                </a:cubicBezTo>
                <a:lnTo>
                  <a:pt x="67461" y="1537"/>
                </a:lnTo>
                <a:cubicBezTo>
                  <a:pt x="65818" y="679"/>
                  <a:pt x="63342" y="108"/>
                  <a:pt x="61615" y="24"/>
                </a:cubicBezTo>
                <a:cubicBezTo>
                  <a:pt x="61304" y="9"/>
                  <a:pt x="60992" y="1"/>
                  <a:pt x="606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959100" y="3762634"/>
            <a:ext cx="7184909" cy="1380666"/>
          </a:xfrm>
          <a:custGeom>
            <a:avLst/>
            <a:gdLst/>
            <a:ahLst/>
            <a:cxnLst/>
            <a:rect l="l" t="t" r="r" b="b"/>
            <a:pathLst>
              <a:path w="61961" h="11915" extrusionOk="0">
                <a:moveTo>
                  <a:pt x="55567" y="0"/>
                </a:moveTo>
                <a:cubicBezTo>
                  <a:pt x="53497" y="0"/>
                  <a:pt x="51436" y="341"/>
                  <a:pt x="49768" y="1175"/>
                </a:cubicBezTo>
                <a:cubicBezTo>
                  <a:pt x="45327" y="3366"/>
                  <a:pt x="40660" y="6462"/>
                  <a:pt x="34695" y="7045"/>
                </a:cubicBezTo>
                <a:cubicBezTo>
                  <a:pt x="33954" y="7117"/>
                  <a:pt x="33243" y="7147"/>
                  <a:pt x="32548" y="7147"/>
                </a:cubicBezTo>
                <a:cubicBezTo>
                  <a:pt x="30262" y="7147"/>
                  <a:pt x="28160" y="6821"/>
                  <a:pt x="25813" y="6593"/>
                </a:cubicBezTo>
                <a:cubicBezTo>
                  <a:pt x="23483" y="6367"/>
                  <a:pt x="21275" y="6203"/>
                  <a:pt x="19037" y="6203"/>
                </a:cubicBezTo>
                <a:cubicBezTo>
                  <a:pt x="17387" y="6203"/>
                  <a:pt x="15721" y="6292"/>
                  <a:pt x="13978" y="6509"/>
                </a:cubicBezTo>
                <a:cubicBezTo>
                  <a:pt x="9930" y="6997"/>
                  <a:pt x="6858" y="7843"/>
                  <a:pt x="3965" y="9593"/>
                </a:cubicBezTo>
                <a:cubicBezTo>
                  <a:pt x="2679" y="10355"/>
                  <a:pt x="1381" y="11177"/>
                  <a:pt x="0" y="11915"/>
                </a:cubicBezTo>
                <a:lnTo>
                  <a:pt x="9501" y="11915"/>
                </a:lnTo>
                <a:cubicBezTo>
                  <a:pt x="10883" y="11224"/>
                  <a:pt x="12371" y="10617"/>
                  <a:pt x="13943" y="10438"/>
                </a:cubicBezTo>
                <a:cubicBezTo>
                  <a:pt x="15011" y="10314"/>
                  <a:pt x="16075" y="10261"/>
                  <a:pt x="17134" y="10261"/>
                </a:cubicBezTo>
                <a:cubicBezTo>
                  <a:pt x="22714" y="10261"/>
                  <a:pt x="28178" y="11717"/>
                  <a:pt x="33760" y="11717"/>
                </a:cubicBezTo>
                <a:cubicBezTo>
                  <a:pt x="35307" y="11717"/>
                  <a:pt x="36863" y="11605"/>
                  <a:pt x="38434" y="11319"/>
                </a:cubicBezTo>
                <a:cubicBezTo>
                  <a:pt x="42446" y="10569"/>
                  <a:pt x="45494" y="9438"/>
                  <a:pt x="48590" y="7688"/>
                </a:cubicBezTo>
                <a:cubicBezTo>
                  <a:pt x="50233" y="6757"/>
                  <a:pt x="51050" y="5845"/>
                  <a:pt x="53268" y="5845"/>
                </a:cubicBezTo>
                <a:cubicBezTo>
                  <a:pt x="53459" y="5845"/>
                  <a:pt x="53662" y="5852"/>
                  <a:pt x="53876" y="5866"/>
                </a:cubicBezTo>
                <a:cubicBezTo>
                  <a:pt x="56081" y="6008"/>
                  <a:pt x="58431" y="6794"/>
                  <a:pt x="60738" y="6794"/>
                </a:cubicBezTo>
                <a:cubicBezTo>
                  <a:pt x="61148" y="6794"/>
                  <a:pt x="61555" y="6769"/>
                  <a:pt x="61960" y="6712"/>
                </a:cubicBezTo>
                <a:lnTo>
                  <a:pt x="61960" y="1354"/>
                </a:lnTo>
                <a:cubicBezTo>
                  <a:pt x="60341" y="604"/>
                  <a:pt x="58055" y="92"/>
                  <a:pt x="56448" y="20"/>
                </a:cubicBezTo>
                <a:cubicBezTo>
                  <a:pt x="56155" y="7"/>
                  <a:pt x="55860" y="0"/>
                  <a:pt x="55567" y="0"/>
                </a:cubicBezTo>
                <a:close/>
              </a:path>
            </a:pathLst>
          </a:custGeom>
          <a:solidFill>
            <a:srgbClr val="AED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2884115" y="4152442"/>
            <a:ext cx="6259908" cy="986803"/>
          </a:xfrm>
          <a:custGeom>
            <a:avLst/>
            <a:gdLst/>
            <a:ahLst/>
            <a:cxnLst/>
            <a:rect l="l" t="t" r="r" b="b"/>
            <a:pathLst>
              <a:path w="53984" h="8516" extrusionOk="0">
                <a:moveTo>
                  <a:pt x="46657" y="1"/>
                </a:moveTo>
                <a:cubicBezTo>
                  <a:pt x="46074" y="1"/>
                  <a:pt x="45488" y="51"/>
                  <a:pt x="44899" y="169"/>
                </a:cubicBezTo>
                <a:cubicBezTo>
                  <a:pt x="43542" y="431"/>
                  <a:pt x="42387" y="1407"/>
                  <a:pt x="41470" y="2038"/>
                </a:cubicBezTo>
                <a:cubicBezTo>
                  <a:pt x="39232" y="3574"/>
                  <a:pt x="37029" y="4872"/>
                  <a:pt x="33612" y="5336"/>
                </a:cubicBezTo>
                <a:cubicBezTo>
                  <a:pt x="32989" y="5416"/>
                  <a:pt x="32472" y="5460"/>
                  <a:pt x="31980" y="5460"/>
                </a:cubicBezTo>
                <a:cubicBezTo>
                  <a:pt x="31371" y="5460"/>
                  <a:pt x="30802" y="5392"/>
                  <a:pt x="30123" y="5241"/>
                </a:cubicBezTo>
                <a:cubicBezTo>
                  <a:pt x="29750" y="5162"/>
                  <a:pt x="28846" y="5072"/>
                  <a:pt x="27839" y="5072"/>
                </a:cubicBezTo>
                <a:cubicBezTo>
                  <a:pt x="26724" y="5072"/>
                  <a:pt x="25482" y="5182"/>
                  <a:pt x="24694" y="5538"/>
                </a:cubicBezTo>
                <a:cubicBezTo>
                  <a:pt x="23539" y="6071"/>
                  <a:pt x="22016" y="6265"/>
                  <a:pt x="20469" y="6265"/>
                </a:cubicBezTo>
                <a:cubicBezTo>
                  <a:pt x="19146" y="6265"/>
                  <a:pt x="17804" y="6123"/>
                  <a:pt x="16657" y="5931"/>
                </a:cubicBezTo>
                <a:cubicBezTo>
                  <a:pt x="14636" y="5589"/>
                  <a:pt x="12849" y="5387"/>
                  <a:pt x="11110" y="5387"/>
                </a:cubicBezTo>
                <a:cubicBezTo>
                  <a:pt x="8793" y="5387"/>
                  <a:pt x="6562" y="5746"/>
                  <a:pt x="3977" y="6610"/>
                </a:cubicBezTo>
                <a:cubicBezTo>
                  <a:pt x="2417" y="7134"/>
                  <a:pt x="1179" y="7801"/>
                  <a:pt x="0" y="8515"/>
                </a:cubicBezTo>
                <a:lnTo>
                  <a:pt x="53983" y="8515"/>
                </a:lnTo>
                <a:lnTo>
                  <a:pt x="53983" y="1574"/>
                </a:lnTo>
                <a:cubicBezTo>
                  <a:pt x="51696" y="973"/>
                  <a:pt x="49211" y="1"/>
                  <a:pt x="4665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7046743" y="4629040"/>
            <a:ext cx="2097343" cy="511478"/>
          </a:xfrm>
          <a:custGeom>
            <a:avLst/>
            <a:gdLst/>
            <a:ahLst/>
            <a:cxnLst/>
            <a:rect l="l" t="t" r="r" b="b"/>
            <a:pathLst>
              <a:path w="18087" h="4414" extrusionOk="0">
                <a:moveTo>
                  <a:pt x="9433" y="1"/>
                </a:moveTo>
                <a:cubicBezTo>
                  <a:pt x="8856" y="1"/>
                  <a:pt x="8275" y="50"/>
                  <a:pt x="7692" y="163"/>
                </a:cubicBezTo>
                <a:cubicBezTo>
                  <a:pt x="6323" y="425"/>
                  <a:pt x="5180" y="1402"/>
                  <a:pt x="4263" y="2033"/>
                </a:cubicBezTo>
                <a:cubicBezTo>
                  <a:pt x="2918" y="2961"/>
                  <a:pt x="1584" y="3795"/>
                  <a:pt x="1" y="4414"/>
                </a:cubicBezTo>
                <a:lnTo>
                  <a:pt x="18086" y="4414"/>
                </a:lnTo>
                <a:lnTo>
                  <a:pt x="18086" y="4402"/>
                </a:lnTo>
                <a:lnTo>
                  <a:pt x="18086" y="1878"/>
                </a:lnTo>
                <a:cubicBezTo>
                  <a:pt x="15443" y="1377"/>
                  <a:pt x="12488" y="1"/>
                  <a:pt x="9433" y="1"/>
                </a:cubicBezTo>
                <a:close/>
              </a:path>
            </a:pathLst>
          </a:custGeom>
          <a:solidFill>
            <a:srgbClr val="67B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"/>
          <p:cNvSpPr txBox="1">
            <a:spLocks noGrp="1"/>
          </p:cNvSpPr>
          <p:nvPr>
            <p:ph type="ctrTitle"/>
          </p:nvPr>
        </p:nvSpPr>
        <p:spPr>
          <a:xfrm>
            <a:off x="1409450" y="708725"/>
            <a:ext cx="6324900" cy="1925100"/>
          </a:xfrm>
          <a:prstGeom prst="rect">
            <a:avLst/>
          </a:prstGeom>
          <a:noFill/>
          <a:ln>
            <a:noFill/>
          </a:ln>
          <a:effectLst>
            <a:outerShdw dist="57150" dir="39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ncert One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8" name="Google Shape;108;p2"/>
          <p:cNvSpPr txBox="1">
            <a:spLocks noGrp="1"/>
          </p:cNvSpPr>
          <p:nvPr>
            <p:ph type="subTitle" idx="1"/>
          </p:nvPr>
        </p:nvSpPr>
        <p:spPr>
          <a:xfrm>
            <a:off x="2380625" y="4069500"/>
            <a:ext cx="43827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9" name="Google Shape;109;p2"/>
          <p:cNvSpPr txBox="1">
            <a:spLocks noGrp="1"/>
          </p:cNvSpPr>
          <p:nvPr>
            <p:ph type="title" idx="2"/>
          </p:nvPr>
        </p:nvSpPr>
        <p:spPr>
          <a:xfrm>
            <a:off x="1406750" y="2477075"/>
            <a:ext cx="6327600" cy="8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4"/>
          <p:cNvGrpSpPr/>
          <p:nvPr/>
        </p:nvGrpSpPr>
        <p:grpSpPr>
          <a:xfrm>
            <a:off x="8234148" y="-100"/>
            <a:ext cx="903724" cy="1321006"/>
            <a:chOff x="7924616" y="-100"/>
            <a:chExt cx="1212890" cy="1772924"/>
          </a:xfrm>
        </p:grpSpPr>
        <p:sp>
          <p:nvSpPr>
            <p:cNvPr id="277" name="Google Shape;277;p4"/>
            <p:cNvSpPr/>
            <p:nvPr/>
          </p:nvSpPr>
          <p:spPr>
            <a:xfrm>
              <a:off x="8348260" y="166878"/>
              <a:ext cx="789242" cy="1605946"/>
            </a:xfrm>
            <a:custGeom>
              <a:avLst/>
              <a:gdLst/>
              <a:ahLst/>
              <a:cxnLst/>
              <a:rect l="l" t="t" r="r" b="b"/>
              <a:pathLst>
                <a:path w="6811" h="13859" extrusionOk="0">
                  <a:moveTo>
                    <a:pt x="6810" y="0"/>
                  </a:moveTo>
                  <a:lnTo>
                    <a:pt x="0" y="9799"/>
                  </a:lnTo>
                  <a:lnTo>
                    <a:pt x="5846" y="13859"/>
                  </a:lnTo>
                  <a:lnTo>
                    <a:pt x="6810" y="12466"/>
                  </a:lnTo>
                  <a:lnTo>
                    <a:pt x="68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8348260" y="1176740"/>
              <a:ext cx="764444" cy="594683"/>
            </a:xfrm>
            <a:custGeom>
              <a:avLst/>
              <a:gdLst/>
              <a:ahLst/>
              <a:cxnLst/>
              <a:rect l="l" t="t" r="r" b="b"/>
              <a:pathLst>
                <a:path w="6597" h="5132" extrusionOk="0">
                  <a:moveTo>
                    <a:pt x="750" y="0"/>
                  </a:moveTo>
                  <a:lnTo>
                    <a:pt x="0" y="1072"/>
                  </a:lnTo>
                  <a:lnTo>
                    <a:pt x="5846" y="5132"/>
                  </a:lnTo>
                  <a:lnTo>
                    <a:pt x="6596" y="4060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8517903" y="932473"/>
              <a:ext cx="619597" cy="556212"/>
            </a:xfrm>
            <a:custGeom>
              <a:avLst/>
              <a:gdLst/>
              <a:ahLst/>
              <a:cxnLst/>
              <a:rect l="l" t="t" r="r" b="b"/>
              <a:pathLst>
                <a:path w="5347" h="4800" extrusionOk="0">
                  <a:moveTo>
                    <a:pt x="751" y="1"/>
                  </a:moveTo>
                  <a:lnTo>
                    <a:pt x="1" y="1073"/>
                  </a:lnTo>
                  <a:lnTo>
                    <a:pt x="5346" y="4799"/>
                  </a:lnTo>
                  <a:lnTo>
                    <a:pt x="5346" y="3204"/>
                  </a:lnTo>
                  <a:lnTo>
                    <a:pt x="7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8687546" y="688322"/>
              <a:ext cx="449952" cy="437438"/>
            </a:xfrm>
            <a:custGeom>
              <a:avLst/>
              <a:gdLst/>
              <a:ahLst/>
              <a:cxnLst/>
              <a:rect l="l" t="t" r="r" b="b"/>
              <a:pathLst>
                <a:path w="3883" h="3775" extrusionOk="0">
                  <a:moveTo>
                    <a:pt x="739" y="1"/>
                  </a:moveTo>
                  <a:lnTo>
                    <a:pt x="1" y="1084"/>
                  </a:lnTo>
                  <a:lnTo>
                    <a:pt x="3882" y="3775"/>
                  </a:lnTo>
                  <a:lnTo>
                    <a:pt x="3882" y="2191"/>
                  </a:lnTo>
                  <a:lnTo>
                    <a:pt x="7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7924616" y="-100"/>
              <a:ext cx="1212890" cy="1226563"/>
            </a:xfrm>
            <a:custGeom>
              <a:avLst/>
              <a:gdLst/>
              <a:ahLst/>
              <a:cxnLst/>
              <a:rect l="l" t="t" r="r" b="b"/>
              <a:pathLst>
                <a:path w="10467" h="10585" extrusionOk="0">
                  <a:moveTo>
                    <a:pt x="1465" y="0"/>
                  </a:moveTo>
                  <a:lnTo>
                    <a:pt x="453" y="1108"/>
                  </a:lnTo>
                  <a:lnTo>
                    <a:pt x="1" y="5251"/>
                  </a:lnTo>
                  <a:lnTo>
                    <a:pt x="2073" y="8870"/>
                  </a:lnTo>
                  <a:lnTo>
                    <a:pt x="5883" y="10585"/>
                  </a:lnTo>
                  <a:lnTo>
                    <a:pt x="9966" y="9740"/>
                  </a:lnTo>
                  <a:lnTo>
                    <a:pt x="10466" y="9180"/>
                  </a:lnTo>
                  <a:lnTo>
                    <a:pt x="104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8690327" y="-100"/>
              <a:ext cx="404412" cy="448446"/>
            </a:xfrm>
            <a:custGeom>
              <a:avLst/>
              <a:gdLst/>
              <a:ahLst/>
              <a:cxnLst/>
              <a:rect l="l" t="t" r="r" b="b"/>
              <a:pathLst>
                <a:path w="3490" h="3870" extrusionOk="0">
                  <a:moveTo>
                    <a:pt x="453" y="0"/>
                  </a:moveTo>
                  <a:lnTo>
                    <a:pt x="1" y="387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7979889" y="-100"/>
              <a:ext cx="710561" cy="448446"/>
            </a:xfrm>
            <a:custGeom>
              <a:avLst/>
              <a:gdLst/>
              <a:ahLst/>
              <a:cxnLst/>
              <a:rect l="l" t="t" r="r" b="b"/>
              <a:pathLst>
                <a:path w="6132" h="3870" extrusionOk="0">
                  <a:moveTo>
                    <a:pt x="988" y="0"/>
                  </a:moveTo>
                  <a:lnTo>
                    <a:pt x="0" y="1084"/>
                  </a:lnTo>
                  <a:lnTo>
                    <a:pt x="6132" y="3870"/>
                  </a:lnTo>
                  <a:lnTo>
                    <a:pt x="3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7927397" y="448226"/>
              <a:ext cx="763053" cy="576838"/>
            </a:xfrm>
            <a:custGeom>
              <a:avLst/>
              <a:gdLst/>
              <a:ahLst/>
              <a:cxnLst/>
              <a:rect l="l" t="t" r="r" b="b"/>
              <a:pathLst>
                <a:path w="6585" h="4978" extrusionOk="0">
                  <a:moveTo>
                    <a:pt x="6585" y="1"/>
                  </a:moveTo>
                  <a:lnTo>
                    <a:pt x="1" y="1418"/>
                  </a:lnTo>
                  <a:lnTo>
                    <a:pt x="2037" y="4978"/>
                  </a:lnTo>
                  <a:lnTo>
                    <a:pt x="65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8610372" y="448226"/>
              <a:ext cx="465016" cy="778233"/>
            </a:xfrm>
            <a:custGeom>
              <a:avLst/>
              <a:gdLst/>
              <a:ahLst/>
              <a:cxnLst/>
              <a:rect l="l" t="t" r="r" b="b"/>
              <a:pathLst>
                <a:path w="4013" h="6716" extrusionOk="0">
                  <a:moveTo>
                    <a:pt x="691" y="1"/>
                  </a:moveTo>
                  <a:lnTo>
                    <a:pt x="0" y="6716"/>
                  </a:lnTo>
                  <a:lnTo>
                    <a:pt x="0" y="6716"/>
                  </a:lnTo>
                  <a:lnTo>
                    <a:pt x="4013" y="588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8690327" y="358538"/>
              <a:ext cx="447171" cy="288535"/>
            </a:xfrm>
            <a:custGeom>
              <a:avLst/>
              <a:gdLst/>
              <a:ahLst/>
              <a:cxnLst/>
              <a:rect l="l" t="t" r="r" b="b"/>
              <a:pathLst>
                <a:path w="3859" h="2490" extrusionOk="0">
                  <a:moveTo>
                    <a:pt x="3858" y="1"/>
                  </a:moveTo>
                  <a:lnTo>
                    <a:pt x="1" y="775"/>
                  </a:lnTo>
                  <a:lnTo>
                    <a:pt x="3858" y="2489"/>
                  </a:lnTo>
                  <a:lnTo>
                    <a:pt x="3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4"/>
          <p:cNvSpPr/>
          <p:nvPr/>
        </p:nvSpPr>
        <p:spPr>
          <a:xfrm rot="-6510779">
            <a:off x="-349604" y="-30467"/>
            <a:ext cx="928895" cy="759478"/>
          </a:xfrm>
          <a:custGeom>
            <a:avLst/>
            <a:gdLst/>
            <a:ahLst/>
            <a:cxnLst/>
            <a:rect l="l" t="t" r="r" b="b"/>
            <a:pathLst>
              <a:path w="29635" h="24230" extrusionOk="0">
                <a:moveTo>
                  <a:pt x="20431" y="4644"/>
                </a:moveTo>
                <a:cubicBezTo>
                  <a:pt x="20503" y="4715"/>
                  <a:pt x="20598" y="4775"/>
                  <a:pt x="20681" y="4858"/>
                </a:cubicBezTo>
                <a:cubicBezTo>
                  <a:pt x="23264" y="6961"/>
                  <a:pt x="25678" y="9424"/>
                  <a:pt x="26570" y="9424"/>
                </a:cubicBezTo>
                <a:cubicBezTo>
                  <a:pt x="26652" y="9424"/>
                  <a:pt x="26722" y="9403"/>
                  <a:pt x="26777" y="9358"/>
                </a:cubicBezTo>
                <a:cubicBezTo>
                  <a:pt x="26849" y="9418"/>
                  <a:pt x="26920" y="9466"/>
                  <a:pt x="26980" y="9513"/>
                </a:cubicBezTo>
                <a:cubicBezTo>
                  <a:pt x="27087" y="9597"/>
                  <a:pt x="27170" y="9656"/>
                  <a:pt x="27254" y="9716"/>
                </a:cubicBezTo>
                <a:cubicBezTo>
                  <a:pt x="26480" y="9942"/>
                  <a:pt x="25718" y="10180"/>
                  <a:pt x="24944" y="10418"/>
                </a:cubicBezTo>
                <a:cubicBezTo>
                  <a:pt x="24884" y="10335"/>
                  <a:pt x="24765" y="10228"/>
                  <a:pt x="24610" y="10073"/>
                </a:cubicBezTo>
                <a:cubicBezTo>
                  <a:pt x="24551" y="10013"/>
                  <a:pt x="24467" y="9942"/>
                  <a:pt x="24396" y="9858"/>
                </a:cubicBezTo>
                <a:cubicBezTo>
                  <a:pt x="24491" y="9835"/>
                  <a:pt x="24956" y="9573"/>
                  <a:pt x="21253" y="5525"/>
                </a:cubicBezTo>
                <a:cubicBezTo>
                  <a:pt x="20967" y="5215"/>
                  <a:pt x="20681" y="4917"/>
                  <a:pt x="20431" y="4644"/>
                </a:cubicBezTo>
                <a:close/>
                <a:moveTo>
                  <a:pt x="20038" y="0"/>
                </a:moveTo>
                <a:cubicBezTo>
                  <a:pt x="20038" y="0"/>
                  <a:pt x="19788" y="786"/>
                  <a:pt x="22384" y="3560"/>
                </a:cubicBezTo>
                <a:cubicBezTo>
                  <a:pt x="24721" y="6031"/>
                  <a:pt x="26819" y="8865"/>
                  <a:pt x="27686" y="8865"/>
                </a:cubicBezTo>
                <a:cubicBezTo>
                  <a:pt x="27746" y="8865"/>
                  <a:pt x="27801" y="8851"/>
                  <a:pt x="27849" y="8823"/>
                </a:cubicBezTo>
                <a:lnTo>
                  <a:pt x="28075" y="9061"/>
                </a:lnTo>
                <a:cubicBezTo>
                  <a:pt x="28230" y="9216"/>
                  <a:pt x="28349" y="9323"/>
                  <a:pt x="28408" y="9382"/>
                </a:cubicBezTo>
                <a:cubicBezTo>
                  <a:pt x="28063" y="9477"/>
                  <a:pt x="27730" y="9573"/>
                  <a:pt x="27385" y="9680"/>
                </a:cubicBezTo>
                <a:cubicBezTo>
                  <a:pt x="27301" y="9620"/>
                  <a:pt x="27206" y="9525"/>
                  <a:pt x="27051" y="9418"/>
                </a:cubicBezTo>
                <a:cubicBezTo>
                  <a:pt x="26992" y="9382"/>
                  <a:pt x="26932" y="9335"/>
                  <a:pt x="26861" y="9275"/>
                </a:cubicBezTo>
                <a:cubicBezTo>
                  <a:pt x="26944" y="9263"/>
                  <a:pt x="27456" y="8989"/>
                  <a:pt x="23182" y="5370"/>
                </a:cubicBezTo>
                <a:cubicBezTo>
                  <a:pt x="18800" y="1684"/>
                  <a:pt x="17961" y="1607"/>
                  <a:pt x="17899" y="1607"/>
                </a:cubicBezTo>
                <a:cubicBezTo>
                  <a:pt x="17896" y="1607"/>
                  <a:pt x="17895" y="1607"/>
                  <a:pt x="17895" y="1607"/>
                </a:cubicBezTo>
                <a:cubicBezTo>
                  <a:pt x="17895" y="1607"/>
                  <a:pt x="17860" y="1846"/>
                  <a:pt x="18288" y="2453"/>
                </a:cubicBezTo>
                <a:cubicBezTo>
                  <a:pt x="16873" y="1130"/>
                  <a:pt x="16525" y="1107"/>
                  <a:pt x="16503" y="1107"/>
                </a:cubicBezTo>
                <a:cubicBezTo>
                  <a:pt x="16503" y="1107"/>
                  <a:pt x="16502" y="1107"/>
                  <a:pt x="16502" y="1107"/>
                </a:cubicBezTo>
                <a:cubicBezTo>
                  <a:pt x="16502" y="1107"/>
                  <a:pt x="16252" y="1893"/>
                  <a:pt x="18836" y="4655"/>
                </a:cubicBezTo>
                <a:cubicBezTo>
                  <a:pt x="21176" y="7141"/>
                  <a:pt x="23287" y="9970"/>
                  <a:pt x="24143" y="9970"/>
                </a:cubicBezTo>
                <a:cubicBezTo>
                  <a:pt x="24202" y="9970"/>
                  <a:pt x="24254" y="9957"/>
                  <a:pt x="24301" y="9930"/>
                </a:cubicBezTo>
                <a:lnTo>
                  <a:pt x="24539" y="10168"/>
                </a:lnTo>
                <a:cubicBezTo>
                  <a:pt x="24658" y="10287"/>
                  <a:pt x="24765" y="10370"/>
                  <a:pt x="24825" y="10454"/>
                </a:cubicBezTo>
                <a:cubicBezTo>
                  <a:pt x="24479" y="10549"/>
                  <a:pt x="24134" y="10656"/>
                  <a:pt x="23813" y="10763"/>
                </a:cubicBezTo>
                <a:cubicBezTo>
                  <a:pt x="23729" y="10704"/>
                  <a:pt x="23634" y="10632"/>
                  <a:pt x="23515" y="10537"/>
                </a:cubicBezTo>
                <a:cubicBezTo>
                  <a:pt x="23455" y="10489"/>
                  <a:pt x="23396" y="10454"/>
                  <a:pt x="23313" y="10394"/>
                </a:cubicBezTo>
                <a:cubicBezTo>
                  <a:pt x="23408" y="10370"/>
                  <a:pt x="23908" y="10108"/>
                  <a:pt x="19645" y="6489"/>
                </a:cubicBezTo>
                <a:cubicBezTo>
                  <a:pt x="15289" y="2813"/>
                  <a:pt x="14435" y="2726"/>
                  <a:pt x="14364" y="2726"/>
                </a:cubicBezTo>
                <a:cubicBezTo>
                  <a:pt x="14361" y="2726"/>
                  <a:pt x="14359" y="2727"/>
                  <a:pt x="14359" y="2727"/>
                </a:cubicBezTo>
                <a:cubicBezTo>
                  <a:pt x="14359" y="2727"/>
                  <a:pt x="14204" y="3548"/>
                  <a:pt x="17145" y="5953"/>
                </a:cubicBezTo>
                <a:cubicBezTo>
                  <a:pt x="19717" y="8068"/>
                  <a:pt x="22130" y="10531"/>
                  <a:pt x="23022" y="10531"/>
                </a:cubicBezTo>
                <a:cubicBezTo>
                  <a:pt x="23104" y="10531"/>
                  <a:pt x="23174" y="10510"/>
                  <a:pt x="23229" y="10466"/>
                </a:cubicBezTo>
                <a:cubicBezTo>
                  <a:pt x="23301" y="10525"/>
                  <a:pt x="23384" y="10573"/>
                  <a:pt x="23444" y="10609"/>
                </a:cubicBezTo>
                <a:cubicBezTo>
                  <a:pt x="23527" y="10692"/>
                  <a:pt x="23622" y="10751"/>
                  <a:pt x="23682" y="10787"/>
                </a:cubicBezTo>
                <a:cubicBezTo>
                  <a:pt x="22693" y="11085"/>
                  <a:pt x="21741" y="11382"/>
                  <a:pt x="20836" y="11680"/>
                </a:cubicBezTo>
                <a:cubicBezTo>
                  <a:pt x="20777" y="11621"/>
                  <a:pt x="20657" y="11502"/>
                  <a:pt x="20491" y="11359"/>
                </a:cubicBezTo>
                <a:lnTo>
                  <a:pt x="20134" y="11001"/>
                </a:lnTo>
                <a:cubicBezTo>
                  <a:pt x="20253" y="10906"/>
                  <a:pt x="20288" y="10335"/>
                  <a:pt x="16955" y="6679"/>
                </a:cubicBezTo>
                <a:cubicBezTo>
                  <a:pt x="12919" y="2263"/>
                  <a:pt x="12204" y="2262"/>
                  <a:pt x="12204" y="2262"/>
                </a:cubicBezTo>
                <a:lnTo>
                  <a:pt x="12204" y="2262"/>
                </a:lnTo>
                <a:cubicBezTo>
                  <a:pt x="12204" y="2262"/>
                  <a:pt x="11954" y="3048"/>
                  <a:pt x="14538" y="5822"/>
                </a:cubicBezTo>
                <a:cubicBezTo>
                  <a:pt x="16870" y="8309"/>
                  <a:pt x="18976" y="11125"/>
                  <a:pt x="19838" y="11125"/>
                </a:cubicBezTo>
                <a:cubicBezTo>
                  <a:pt x="19904" y="11125"/>
                  <a:pt x="19963" y="11108"/>
                  <a:pt x="20015" y="11073"/>
                </a:cubicBezTo>
                <a:cubicBezTo>
                  <a:pt x="20169" y="11204"/>
                  <a:pt x="20288" y="11347"/>
                  <a:pt x="20384" y="11442"/>
                </a:cubicBezTo>
                <a:cubicBezTo>
                  <a:pt x="20503" y="11561"/>
                  <a:pt x="20610" y="11656"/>
                  <a:pt x="20669" y="11728"/>
                </a:cubicBezTo>
                <a:cubicBezTo>
                  <a:pt x="20253" y="11859"/>
                  <a:pt x="19836" y="12002"/>
                  <a:pt x="19455" y="12121"/>
                </a:cubicBezTo>
                <a:cubicBezTo>
                  <a:pt x="19372" y="12061"/>
                  <a:pt x="19288" y="11978"/>
                  <a:pt x="19157" y="11883"/>
                </a:cubicBezTo>
                <a:cubicBezTo>
                  <a:pt x="19074" y="11823"/>
                  <a:pt x="18991" y="11763"/>
                  <a:pt x="18895" y="11680"/>
                </a:cubicBezTo>
                <a:cubicBezTo>
                  <a:pt x="19003" y="11656"/>
                  <a:pt x="19407" y="11323"/>
                  <a:pt x="15288" y="7739"/>
                </a:cubicBezTo>
                <a:cubicBezTo>
                  <a:pt x="10973" y="3992"/>
                  <a:pt x="10134" y="3905"/>
                  <a:pt x="10066" y="3905"/>
                </a:cubicBezTo>
                <a:cubicBezTo>
                  <a:pt x="10062" y="3905"/>
                  <a:pt x="10061" y="3905"/>
                  <a:pt x="10061" y="3905"/>
                </a:cubicBezTo>
                <a:cubicBezTo>
                  <a:pt x="10061" y="3905"/>
                  <a:pt x="9894" y="4715"/>
                  <a:pt x="12799" y="7156"/>
                </a:cubicBezTo>
                <a:cubicBezTo>
                  <a:pt x="15357" y="9320"/>
                  <a:pt x="17734" y="11825"/>
                  <a:pt x="18623" y="11825"/>
                </a:cubicBezTo>
                <a:cubicBezTo>
                  <a:pt x="18702" y="11825"/>
                  <a:pt x="18769" y="11805"/>
                  <a:pt x="18824" y="11763"/>
                </a:cubicBezTo>
                <a:cubicBezTo>
                  <a:pt x="18931" y="11835"/>
                  <a:pt x="19014" y="11906"/>
                  <a:pt x="19098" y="11966"/>
                </a:cubicBezTo>
                <a:cubicBezTo>
                  <a:pt x="19181" y="12037"/>
                  <a:pt x="19253" y="12097"/>
                  <a:pt x="19336" y="12144"/>
                </a:cubicBezTo>
                <a:cubicBezTo>
                  <a:pt x="18764" y="12323"/>
                  <a:pt x="18229" y="12502"/>
                  <a:pt x="17705" y="12668"/>
                </a:cubicBezTo>
                <a:cubicBezTo>
                  <a:pt x="17633" y="12609"/>
                  <a:pt x="17550" y="12537"/>
                  <a:pt x="17407" y="12430"/>
                </a:cubicBezTo>
                <a:cubicBezTo>
                  <a:pt x="17336" y="12371"/>
                  <a:pt x="17252" y="12311"/>
                  <a:pt x="17157" y="12240"/>
                </a:cubicBezTo>
                <a:cubicBezTo>
                  <a:pt x="17264" y="12204"/>
                  <a:pt x="17669" y="11883"/>
                  <a:pt x="13526" y="8287"/>
                </a:cubicBezTo>
                <a:cubicBezTo>
                  <a:pt x="9210" y="4539"/>
                  <a:pt x="8372" y="4453"/>
                  <a:pt x="8304" y="4453"/>
                </a:cubicBezTo>
                <a:cubicBezTo>
                  <a:pt x="8300" y="4453"/>
                  <a:pt x="8299" y="4453"/>
                  <a:pt x="8299" y="4453"/>
                </a:cubicBezTo>
                <a:cubicBezTo>
                  <a:pt x="8299" y="4453"/>
                  <a:pt x="8144" y="5275"/>
                  <a:pt x="11037" y="7715"/>
                </a:cubicBezTo>
                <a:cubicBezTo>
                  <a:pt x="13591" y="9865"/>
                  <a:pt x="15955" y="12376"/>
                  <a:pt x="16863" y="12376"/>
                </a:cubicBezTo>
                <a:cubicBezTo>
                  <a:pt x="16946" y="12376"/>
                  <a:pt x="17016" y="12355"/>
                  <a:pt x="17074" y="12311"/>
                </a:cubicBezTo>
                <a:cubicBezTo>
                  <a:pt x="17169" y="12383"/>
                  <a:pt x="17264" y="12454"/>
                  <a:pt x="17336" y="12514"/>
                </a:cubicBezTo>
                <a:cubicBezTo>
                  <a:pt x="17431" y="12597"/>
                  <a:pt x="17502" y="12656"/>
                  <a:pt x="17574" y="12692"/>
                </a:cubicBezTo>
                <a:cubicBezTo>
                  <a:pt x="17026" y="12871"/>
                  <a:pt x="16514" y="13037"/>
                  <a:pt x="16038" y="13192"/>
                </a:cubicBezTo>
                <a:cubicBezTo>
                  <a:pt x="15955" y="13145"/>
                  <a:pt x="15835" y="13073"/>
                  <a:pt x="15669" y="12966"/>
                </a:cubicBezTo>
                <a:cubicBezTo>
                  <a:pt x="15526" y="12871"/>
                  <a:pt x="15323" y="12775"/>
                  <a:pt x="15121" y="12656"/>
                </a:cubicBezTo>
                <a:cubicBezTo>
                  <a:pt x="15704" y="11799"/>
                  <a:pt x="9097" y="8858"/>
                  <a:pt x="9097" y="8858"/>
                </a:cubicBezTo>
                <a:cubicBezTo>
                  <a:pt x="9097" y="8858"/>
                  <a:pt x="6214" y="7336"/>
                  <a:pt x="4828" y="7336"/>
                </a:cubicBezTo>
                <a:cubicBezTo>
                  <a:pt x="4578" y="7336"/>
                  <a:pt x="4378" y="7385"/>
                  <a:pt x="4251" y="7501"/>
                </a:cubicBezTo>
                <a:cubicBezTo>
                  <a:pt x="4251" y="7501"/>
                  <a:pt x="4358" y="8430"/>
                  <a:pt x="7751" y="9632"/>
                </a:cubicBezTo>
                <a:cubicBezTo>
                  <a:pt x="9930" y="10397"/>
                  <a:pt x="13142" y="12841"/>
                  <a:pt x="14586" y="12841"/>
                </a:cubicBezTo>
                <a:cubicBezTo>
                  <a:pt x="14760" y="12841"/>
                  <a:pt x="14908" y="12806"/>
                  <a:pt x="15026" y="12728"/>
                </a:cubicBezTo>
                <a:lnTo>
                  <a:pt x="15050" y="12716"/>
                </a:lnTo>
                <a:lnTo>
                  <a:pt x="15062" y="12716"/>
                </a:lnTo>
                <a:cubicBezTo>
                  <a:pt x="15288" y="12835"/>
                  <a:pt x="15478" y="12918"/>
                  <a:pt x="15645" y="13014"/>
                </a:cubicBezTo>
                <a:cubicBezTo>
                  <a:pt x="15776" y="13085"/>
                  <a:pt x="15883" y="13145"/>
                  <a:pt x="15966" y="13192"/>
                </a:cubicBezTo>
                <a:cubicBezTo>
                  <a:pt x="15478" y="13347"/>
                  <a:pt x="15014" y="13490"/>
                  <a:pt x="14609" y="13621"/>
                </a:cubicBezTo>
                <a:cubicBezTo>
                  <a:pt x="14526" y="13585"/>
                  <a:pt x="14419" y="13549"/>
                  <a:pt x="14276" y="13490"/>
                </a:cubicBezTo>
                <a:cubicBezTo>
                  <a:pt x="14109" y="13430"/>
                  <a:pt x="13895" y="13335"/>
                  <a:pt x="13680" y="13252"/>
                </a:cubicBezTo>
                <a:cubicBezTo>
                  <a:pt x="13657" y="13252"/>
                  <a:pt x="13645" y="13228"/>
                  <a:pt x="13633" y="13228"/>
                </a:cubicBezTo>
                <a:cubicBezTo>
                  <a:pt x="13657" y="12394"/>
                  <a:pt x="10001" y="11644"/>
                  <a:pt x="6560" y="10489"/>
                </a:cubicBezTo>
                <a:cubicBezTo>
                  <a:pt x="4717" y="9873"/>
                  <a:pt x="3656" y="9723"/>
                  <a:pt x="3060" y="9723"/>
                </a:cubicBezTo>
                <a:cubicBezTo>
                  <a:pt x="2493" y="9723"/>
                  <a:pt x="2346" y="9858"/>
                  <a:pt x="2346" y="9858"/>
                </a:cubicBezTo>
                <a:cubicBezTo>
                  <a:pt x="2346" y="9858"/>
                  <a:pt x="2631" y="10513"/>
                  <a:pt x="8346" y="12323"/>
                </a:cubicBezTo>
                <a:cubicBezTo>
                  <a:pt x="11387" y="13294"/>
                  <a:pt x="12678" y="13521"/>
                  <a:pt x="13220" y="13521"/>
                </a:cubicBezTo>
                <a:cubicBezTo>
                  <a:pt x="13696" y="13521"/>
                  <a:pt x="13597" y="13347"/>
                  <a:pt x="13597" y="13347"/>
                </a:cubicBezTo>
                <a:cubicBezTo>
                  <a:pt x="13621" y="13347"/>
                  <a:pt x="13633" y="13371"/>
                  <a:pt x="13645" y="13371"/>
                </a:cubicBezTo>
                <a:cubicBezTo>
                  <a:pt x="13883" y="13454"/>
                  <a:pt x="14073" y="13526"/>
                  <a:pt x="14240" y="13585"/>
                </a:cubicBezTo>
                <a:cubicBezTo>
                  <a:pt x="14311" y="13621"/>
                  <a:pt x="14395" y="13645"/>
                  <a:pt x="14454" y="13668"/>
                </a:cubicBezTo>
                <a:cubicBezTo>
                  <a:pt x="13526" y="13942"/>
                  <a:pt x="12918" y="14145"/>
                  <a:pt x="12728" y="14169"/>
                </a:cubicBezTo>
                <a:lnTo>
                  <a:pt x="12192" y="14169"/>
                </a:lnTo>
                <a:lnTo>
                  <a:pt x="11966" y="14180"/>
                </a:lnTo>
                <a:cubicBezTo>
                  <a:pt x="11998" y="13783"/>
                  <a:pt x="10959" y="13661"/>
                  <a:pt x="9667" y="13661"/>
                </a:cubicBezTo>
                <a:cubicBezTo>
                  <a:pt x="7586" y="13661"/>
                  <a:pt x="4846" y="13978"/>
                  <a:pt x="4846" y="13978"/>
                </a:cubicBezTo>
                <a:cubicBezTo>
                  <a:pt x="4846" y="13978"/>
                  <a:pt x="322" y="14180"/>
                  <a:pt x="0" y="15276"/>
                </a:cubicBezTo>
                <a:cubicBezTo>
                  <a:pt x="0" y="15276"/>
                  <a:pt x="257" y="15615"/>
                  <a:pt x="1523" y="15615"/>
                </a:cubicBezTo>
                <a:cubicBezTo>
                  <a:pt x="2125" y="15615"/>
                  <a:pt x="2956" y="15538"/>
                  <a:pt x="4096" y="15312"/>
                </a:cubicBezTo>
                <a:cubicBezTo>
                  <a:pt x="6620" y="14823"/>
                  <a:pt x="11299" y="15466"/>
                  <a:pt x="11918" y="14288"/>
                </a:cubicBezTo>
                <a:lnTo>
                  <a:pt x="12192" y="14276"/>
                </a:lnTo>
                <a:cubicBezTo>
                  <a:pt x="12260" y="14272"/>
                  <a:pt x="12327" y="14270"/>
                  <a:pt x="12395" y="14270"/>
                </a:cubicBezTo>
                <a:cubicBezTo>
                  <a:pt x="12529" y="14270"/>
                  <a:pt x="12664" y="14276"/>
                  <a:pt x="12799" y="14276"/>
                </a:cubicBezTo>
                <a:lnTo>
                  <a:pt x="11954" y="14835"/>
                </a:lnTo>
                <a:cubicBezTo>
                  <a:pt x="11893" y="14792"/>
                  <a:pt x="11816" y="14771"/>
                  <a:pt x="11722" y="14771"/>
                </a:cubicBezTo>
                <a:cubicBezTo>
                  <a:pt x="10766" y="14771"/>
                  <a:pt x="8163" y="16916"/>
                  <a:pt x="5441" y="18705"/>
                </a:cubicBezTo>
                <a:cubicBezTo>
                  <a:pt x="2274" y="20788"/>
                  <a:pt x="2334" y="21622"/>
                  <a:pt x="2334" y="21622"/>
                </a:cubicBezTo>
                <a:cubicBezTo>
                  <a:pt x="2334" y="21622"/>
                  <a:pt x="2340" y="21623"/>
                  <a:pt x="2356" y="21623"/>
                </a:cubicBezTo>
                <a:cubicBezTo>
                  <a:pt x="2506" y="21623"/>
                  <a:pt x="3501" y="21478"/>
                  <a:pt x="7977" y="18443"/>
                </a:cubicBezTo>
                <a:cubicBezTo>
                  <a:pt x="12930" y="15073"/>
                  <a:pt x="12037" y="14954"/>
                  <a:pt x="12037" y="14954"/>
                </a:cubicBezTo>
                <a:cubicBezTo>
                  <a:pt x="12037" y="14942"/>
                  <a:pt x="12025" y="14942"/>
                  <a:pt x="12025" y="14931"/>
                </a:cubicBezTo>
                <a:lnTo>
                  <a:pt x="12752" y="14442"/>
                </a:lnTo>
                <a:cubicBezTo>
                  <a:pt x="12764" y="14442"/>
                  <a:pt x="12776" y="14419"/>
                  <a:pt x="12799" y="14419"/>
                </a:cubicBezTo>
                <a:cubicBezTo>
                  <a:pt x="12895" y="14383"/>
                  <a:pt x="13395" y="14204"/>
                  <a:pt x="14169" y="13942"/>
                </a:cubicBezTo>
                <a:lnTo>
                  <a:pt x="14169" y="13942"/>
                </a:lnTo>
                <a:lnTo>
                  <a:pt x="14073" y="14038"/>
                </a:lnTo>
                <a:cubicBezTo>
                  <a:pt x="13990" y="14121"/>
                  <a:pt x="13895" y="14228"/>
                  <a:pt x="13776" y="14335"/>
                </a:cubicBezTo>
                <a:cubicBezTo>
                  <a:pt x="13725" y="14301"/>
                  <a:pt x="13667" y="14284"/>
                  <a:pt x="13603" y="14284"/>
                </a:cubicBezTo>
                <a:cubicBezTo>
                  <a:pt x="12750" y="14284"/>
                  <a:pt x="10696" y="17148"/>
                  <a:pt x="8406" y="19693"/>
                </a:cubicBezTo>
                <a:cubicBezTo>
                  <a:pt x="5846" y="22574"/>
                  <a:pt x="6120" y="23372"/>
                  <a:pt x="6120" y="23372"/>
                </a:cubicBezTo>
                <a:cubicBezTo>
                  <a:pt x="6120" y="23372"/>
                  <a:pt x="6834" y="23372"/>
                  <a:pt x="10775" y="18860"/>
                </a:cubicBezTo>
                <a:cubicBezTo>
                  <a:pt x="14050" y="15121"/>
                  <a:pt x="13990" y="14561"/>
                  <a:pt x="13871" y="14466"/>
                </a:cubicBezTo>
                <a:cubicBezTo>
                  <a:pt x="13978" y="14359"/>
                  <a:pt x="14061" y="14276"/>
                  <a:pt x="14133" y="14180"/>
                </a:cubicBezTo>
                <a:cubicBezTo>
                  <a:pt x="14240" y="14085"/>
                  <a:pt x="14323" y="13990"/>
                  <a:pt x="14383" y="13918"/>
                </a:cubicBezTo>
                <a:cubicBezTo>
                  <a:pt x="14490" y="13883"/>
                  <a:pt x="14597" y="13847"/>
                  <a:pt x="14716" y="13811"/>
                </a:cubicBezTo>
                <a:lnTo>
                  <a:pt x="14728" y="13811"/>
                </a:lnTo>
                <a:lnTo>
                  <a:pt x="14728" y="13799"/>
                </a:lnTo>
                <a:cubicBezTo>
                  <a:pt x="15050" y="13692"/>
                  <a:pt x="15407" y="13573"/>
                  <a:pt x="15776" y="13454"/>
                </a:cubicBezTo>
                <a:lnTo>
                  <a:pt x="15776" y="13454"/>
                </a:lnTo>
                <a:cubicBezTo>
                  <a:pt x="15716" y="13526"/>
                  <a:pt x="15645" y="13645"/>
                  <a:pt x="15526" y="13788"/>
                </a:cubicBezTo>
                <a:cubicBezTo>
                  <a:pt x="15466" y="13859"/>
                  <a:pt x="15407" y="13942"/>
                  <a:pt x="15323" y="14049"/>
                </a:cubicBezTo>
                <a:cubicBezTo>
                  <a:pt x="15285" y="14031"/>
                  <a:pt x="15243" y="14022"/>
                  <a:pt x="15200" y="14022"/>
                </a:cubicBezTo>
                <a:cubicBezTo>
                  <a:pt x="14379" y="14022"/>
                  <a:pt x="12757" y="17241"/>
                  <a:pt x="10835" y="20169"/>
                </a:cubicBezTo>
                <a:cubicBezTo>
                  <a:pt x="8799" y="23372"/>
                  <a:pt x="9180" y="24110"/>
                  <a:pt x="9180" y="24110"/>
                </a:cubicBezTo>
                <a:cubicBezTo>
                  <a:pt x="9180" y="24110"/>
                  <a:pt x="9882" y="23991"/>
                  <a:pt x="13097" y="18943"/>
                </a:cubicBezTo>
                <a:cubicBezTo>
                  <a:pt x="16035" y="14318"/>
                  <a:pt x="15552" y="14119"/>
                  <a:pt x="15447" y="14119"/>
                </a:cubicBezTo>
                <a:cubicBezTo>
                  <a:pt x="15437" y="14119"/>
                  <a:pt x="15431" y="14121"/>
                  <a:pt x="15431" y="14121"/>
                </a:cubicBezTo>
                <a:lnTo>
                  <a:pt x="15419" y="14121"/>
                </a:lnTo>
                <a:cubicBezTo>
                  <a:pt x="15490" y="14026"/>
                  <a:pt x="15550" y="13930"/>
                  <a:pt x="15597" y="13859"/>
                </a:cubicBezTo>
                <a:cubicBezTo>
                  <a:pt x="15728" y="13668"/>
                  <a:pt x="15824" y="13526"/>
                  <a:pt x="15883" y="13454"/>
                </a:cubicBezTo>
                <a:cubicBezTo>
                  <a:pt x="16324" y="13311"/>
                  <a:pt x="16812" y="13156"/>
                  <a:pt x="17348" y="12990"/>
                </a:cubicBezTo>
                <a:lnTo>
                  <a:pt x="17348" y="12990"/>
                </a:lnTo>
                <a:cubicBezTo>
                  <a:pt x="17312" y="13073"/>
                  <a:pt x="17264" y="13156"/>
                  <a:pt x="17205" y="13264"/>
                </a:cubicBezTo>
                <a:cubicBezTo>
                  <a:pt x="17157" y="13347"/>
                  <a:pt x="17098" y="13454"/>
                  <a:pt x="17038" y="13561"/>
                </a:cubicBezTo>
                <a:cubicBezTo>
                  <a:pt x="17014" y="13555"/>
                  <a:pt x="16990" y="13552"/>
                  <a:pt x="16966" y="13552"/>
                </a:cubicBezTo>
                <a:cubicBezTo>
                  <a:pt x="16143" y="13552"/>
                  <a:pt x="14895" y="17001"/>
                  <a:pt x="13299" y="20157"/>
                </a:cubicBezTo>
                <a:cubicBezTo>
                  <a:pt x="11609" y="23551"/>
                  <a:pt x="12073" y="24229"/>
                  <a:pt x="12073" y="24229"/>
                </a:cubicBezTo>
                <a:cubicBezTo>
                  <a:pt x="12073" y="24229"/>
                  <a:pt x="12752" y="24039"/>
                  <a:pt x="15359" y="18645"/>
                </a:cubicBezTo>
                <a:cubicBezTo>
                  <a:pt x="17740" y="13728"/>
                  <a:pt x="17252" y="13585"/>
                  <a:pt x="17145" y="13585"/>
                </a:cubicBezTo>
                <a:cubicBezTo>
                  <a:pt x="17205" y="13490"/>
                  <a:pt x="17252" y="13395"/>
                  <a:pt x="17288" y="13311"/>
                </a:cubicBezTo>
                <a:cubicBezTo>
                  <a:pt x="17383" y="13145"/>
                  <a:pt x="17443" y="13026"/>
                  <a:pt x="17490" y="12930"/>
                </a:cubicBezTo>
                <a:lnTo>
                  <a:pt x="17752" y="12847"/>
                </a:lnTo>
                <a:lnTo>
                  <a:pt x="17764" y="12859"/>
                </a:lnTo>
                <a:lnTo>
                  <a:pt x="17788" y="12835"/>
                </a:lnTo>
                <a:cubicBezTo>
                  <a:pt x="18336" y="12656"/>
                  <a:pt x="18895" y="12478"/>
                  <a:pt x="19514" y="12299"/>
                </a:cubicBezTo>
                <a:lnTo>
                  <a:pt x="19514" y="12275"/>
                </a:lnTo>
                <a:cubicBezTo>
                  <a:pt x="19895" y="12156"/>
                  <a:pt x="20288" y="12037"/>
                  <a:pt x="20705" y="11906"/>
                </a:cubicBezTo>
                <a:lnTo>
                  <a:pt x="20705" y="11906"/>
                </a:lnTo>
                <a:cubicBezTo>
                  <a:pt x="20657" y="11966"/>
                  <a:pt x="20598" y="12061"/>
                  <a:pt x="20538" y="12144"/>
                </a:cubicBezTo>
                <a:cubicBezTo>
                  <a:pt x="20467" y="12264"/>
                  <a:pt x="20360" y="12418"/>
                  <a:pt x="20253" y="12573"/>
                </a:cubicBezTo>
                <a:cubicBezTo>
                  <a:pt x="20212" y="12553"/>
                  <a:pt x="20169" y="12543"/>
                  <a:pt x="20123" y="12543"/>
                </a:cubicBezTo>
                <a:cubicBezTo>
                  <a:pt x="19301" y="12543"/>
                  <a:pt x="17783" y="15833"/>
                  <a:pt x="15955" y="18824"/>
                </a:cubicBezTo>
                <a:cubicBezTo>
                  <a:pt x="13978" y="22074"/>
                  <a:pt x="14395" y="22789"/>
                  <a:pt x="14395" y="22789"/>
                </a:cubicBezTo>
                <a:cubicBezTo>
                  <a:pt x="14395" y="22789"/>
                  <a:pt x="15085" y="22658"/>
                  <a:pt x="18121" y="17490"/>
                </a:cubicBezTo>
                <a:cubicBezTo>
                  <a:pt x="20729" y="13085"/>
                  <a:pt x="20479" y="12633"/>
                  <a:pt x="20348" y="12609"/>
                </a:cubicBezTo>
                <a:cubicBezTo>
                  <a:pt x="20443" y="12454"/>
                  <a:pt x="20538" y="12311"/>
                  <a:pt x="20610" y="12204"/>
                </a:cubicBezTo>
                <a:cubicBezTo>
                  <a:pt x="20705" y="12073"/>
                  <a:pt x="20777" y="11954"/>
                  <a:pt x="20824" y="11883"/>
                </a:cubicBezTo>
                <a:cubicBezTo>
                  <a:pt x="21205" y="11763"/>
                  <a:pt x="21610" y="11644"/>
                  <a:pt x="22027" y="11502"/>
                </a:cubicBezTo>
                <a:lnTo>
                  <a:pt x="22027" y="11502"/>
                </a:lnTo>
                <a:cubicBezTo>
                  <a:pt x="21991" y="11585"/>
                  <a:pt x="21931" y="11728"/>
                  <a:pt x="21860" y="11918"/>
                </a:cubicBezTo>
                <a:cubicBezTo>
                  <a:pt x="21800" y="12085"/>
                  <a:pt x="21729" y="12275"/>
                  <a:pt x="21634" y="12490"/>
                </a:cubicBezTo>
                <a:lnTo>
                  <a:pt x="21634" y="12502"/>
                </a:lnTo>
                <a:cubicBezTo>
                  <a:pt x="21612" y="12496"/>
                  <a:pt x="21590" y="12493"/>
                  <a:pt x="21568" y="12493"/>
                </a:cubicBezTo>
                <a:cubicBezTo>
                  <a:pt x="20783" y="12493"/>
                  <a:pt x="20032" y="15985"/>
                  <a:pt x="18931" y="19241"/>
                </a:cubicBezTo>
                <a:cubicBezTo>
                  <a:pt x="17752" y="22681"/>
                  <a:pt x="18288" y="23277"/>
                  <a:pt x="18288" y="23277"/>
                </a:cubicBezTo>
                <a:cubicBezTo>
                  <a:pt x="18288" y="23277"/>
                  <a:pt x="18919" y="23015"/>
                  <a:pt x="20681" y="17550"/>
                </a:cubicBezTo>
                <a:cubicBezTo>
                  <a:pt x="22146" y="13073"/>
                  <a:pt x="21896" y="12561"/>
                  <a:pt x="21753" y="12514"/>
                </a:cubicBezTo>
                <a:cubicBezTo>
                  <a:pt x="21848" y="12299"/>
                  <a:pt x="21908" y="12121"/>
                  <a:pt x="21967" y="11954"/>
                </a:cubicBezTo>
                <a:cubicBezTo>
                  <a:pt x="22086" y="11644"/>
                  <a:pt x="22146" y="11466"/>
                  <a:pt x="22158" y="11466"/>
                </a:cubicBezTo>
                <a:cubicBezTo>
                  <a:pt x="22467" y="11371"/>
                  <a:pt x="22789" y="11263"/>
                  <a:pt x="23110" y="11180"/>
                </a:cubicBezTo>
                <a:lnTo>
                  <a:pt x="23110" y="11180"/>
                </a:lnTo>
                <a:cubicBezTo>
                  <a:pt x="23098" y="11251"/>
                  <a:pt x="23051" y="11418"/>
                  <a:pt x="23003" y="11644"/>
                </a:cubicBezTo>
                <a:cubicBezTo>
                  <a:pt x="22979" y="11740"/>
                  <a:pt x="22967" y="11859"/>
                  <a:pt x="22920" y="12013"/>
                </a:cubicBezTo>
                <a:cubicBezTo>
                  <a:pt x="22905" y="12011"/>
                  <a:pt x="22890" y="12010"/>
                  <a:pt x="22875" y="12010"/>
                </a:cubicBezTo>
                <a:cubicBezTo>
                  <a:pt x="22044" y="12010"/>
                  <a:pt x="21862" y="15623"/>
                  <a:pt x="21277" y="19098"/>
                </a:cubicBezTo>
                <a:cubicBezTo>
                  <a:pt x="20669" y="22681"/>
                  <a:pt x="21300" y="23170"/>
                  <a:pt x="21300" y="23170"/>
                </a:cubicBezTo>
                <a:cubicBezTo>
                  <a:pt x="21300" y="23170"/>
                  <a:pt x="21872" y="22801"/>
                  <a:pt x="22753" y="17133"/>
                </a:cubicBezTo>
                <a:cubicBezTo>
                  <a:pt x="23479" y="12502"/>
                  <a:pt x="23158" y="12013"/>
                  <a:pt x="23027" y="11990"/>
                </a:cubicBezTo>
                <a:cubicBezTo>
                  <a:pt x="23051" y="11871"/>
                  <a:pt x="23063" y="11752"/>
                  <a:pt x="23098" y="11656"/>
                </a:cubicBezTo>
                <a:cubicBezTo>
                  <a:pt x="23158" y="11335"/>
                  <a:pt x="23205" y="11156"/>
                  <a:pt x="23205" y="11144"/>
                </a:cubicBezTo>
                <a:cubicBezTo>
                  <a:pt x="24158" y="10859"/>
                  <a:pt x="25122" y="10561"/>
                  <a:pt x="26087" y="10287"/>
                </a:cubicBezTo>
                <a:lnTo>
                  <a:pt x="26087" y="10287"/>
                </a:lnTo>
                <a:cubicBezTo>
                  <a:pt x="26063" y="10359"/>
                  <a:pt x="26003" y="10501"/>
                  <a:pt x="25920" y="10680"/>
                </a:cubicBezTo>
                <a:cubicBezTo>
                  <a:pt x="25896" y="10775"/>
                  <a:pt x="25849" y="10882"/>
                  <a:pt x="25801" y="10978"/>
                </a:cubicBezTo>
                <a:cubicBezTo>
                  <a:pt x="25793" y="10977"/>
                  <a:pt x="25785" y="10977"/>
                  <a:pt x="25777" y="10977"/>
                </a:cubicBezTo>
                <a:cubicBezTo>
                  <a:pt x="24988" y="10977"/>
                  <a:pt x="24242" y="14464"/>
                  <a:pt x="23122" y="17740"/>
                </a:cubicBezTo>
                <a:cubicBezTo>
                  <a:pt x="21955" y="21181"/>
                  <a:pt x="22491" y="21777"/>
                  <a:pt x="22491" y="21777"/>
                </a:cubicBezTo>
                <a:cubicBezTo>
                  <a:pt x="22491" y="21777"/>
                  <a:pt x="23110" y="21503"/>
                  <a:pt x="24884" y="16038"/>
                </a:cubicBezTo>
                <a:cubicBezTo>
                  <a:pt x="26436" y="11278"/>
                  <a:pt x="26050" y="11013"/>
                  <a:pt x="25930" y="11013"/>
                </a:cubicBezTo>
                <a:cubicBezTo>
                  <a:pt x="25926" y="11013"/>
                  <a:pt x="25923" y="11013"/>
                  <a:pt x="25920" y="11013"/>
                </a:cubicBezTo>
                <a:cubicBezTo>
                  <a:pt x="25968" y="10906"/>
                  <a:pt x="26003" y="10823"/>
                  <a:pt x="26027" y="10728"/>
                </a:cubicBezTo>
                <a:cubicBezTo>
                  <a:pt x="26146" y="10418"/>
                  <a:pt x="26206" y="10239"/>
                  <a:pt x="26206" y="10239"/>
                </a:cubicBezTo>
                <a:lnTo>
                  <a:pt x="26194" y="10239"/>
                </a:lnTo>
                <a:cubicBezTo>
                  <a:pt x="26753" y="10073"/>
                  <a:pt x="27337" y="9894"/>
                  <a:pt x="27908" y="9727"/>
                </a:cubicBezTo>
                <a:lnTo>
                  <a:pt x="27908" y="9727"/>
                </a:lnTo>
                <a:cubicBezTo>
                  <a:pt x="27885" y="9811"/>
                  <a:pt x="27861" y="9906"/>
                  <a:pt x="27849" y="10025"/>
                </a:cubicBezTo>
                <a:cubicBezTo>
                  <a:pt x="27825" y="10120"/>
                  <a:pt x="27801" y="10228"/>
                  <a:pt x="27789" y="10347"/>
                </a:cubicBezTo>
                <a:cubicBezTo>
                  <a:pt x="26968" y="10370"/>
                  <a:pt x="26837" y="14002"/>
                  <a:pt x="26277" y="17455"/>
                </a:cubicBezTo>
                <a:cubicBezTo>
                  <a:pt x="25706" y="21038"/>
                  <a:pt x="26337" y="21538"/>
                  <a:pt x="26337" y="21538"/>
                </a:cubicBezTo>
                <a:cubicBezTo>
                  <a:pt x="26337" y="21538"/>
                  <a:pt x="26908" y="21157"/>
                  <a:pt x="27742" y="15478"/>
                </a:cubicBezTo>
                <a:cubicBezTo>
                  <a:pt x="28453" y="10728"/>
                  <a:pt x="28092" y="10363"/>
                  <a:pt x="27963" y="10363"/>
                </a:cubicBezTo>
                <a:cubicBezTo>
                  <a:pt x="27950" y="10363"/>
                  <a:pt x="27939" y="10367"/>
                  <a:pt x="27932" y="10370"/>
                </a:cubicBezTo>
                <a:cubicBezTo>
                  <a:pt x="27944" y="10275"/>
                  <a:pt x="27980" y="10168"/>
                  <a:pt x="27992" y="10073"/>
                </a:cubicBezTo>
                <a:cubicBezTo>
                  <a:pt x="28027" y="9930"/>
                  <a:pt x="28051" y="9811"/>
                  <a:pt x="28063" y="9716"/>
                </a:cubicBezTo>
                <a:lnTo>
                  <a:pt x="29635" y="9275"/>
                </a:lnTo>
                <a:lnTo>
                  <a:pt x="29551" y="9037"/>
                </a:lnTo>
                <a:cubicBezTo>
                  <a:pt x="29218" y="9132"/>
                  <a:pt x="28873" y="9227"/>
                  <a:pt x="28516" y="9335"/>
                </a:cubicBezTo>
                <a:cubicBezTo>
                  <a:pt x="28468" y="9287"/>
                  <a:pt x="28337" y="9168"/>
                  <a:pt x="28158" y="8977"/>
                </a:cubicBezTo>
                <a:cubicBezTo>
                  <a:pt x="28099" y="8918"/>
                  <a:pt x="28004" y="8835"/>
                  <a:pt x="27932" y="8751"/>
                </a:cubicBezTo>
                <a:cubicBezTo>
                  <a:pt x="28039" y="8739"/>
                  <a:pt x="28492" y="8465"/>
                  <a:pt x="24789" y="4417"/>
                </a:cubicBezTo>
                <a:cubicBezTo>
                  <a:pt x="20765" y="0"/>
                  <a:pt x="20038" y="0"/>
                  <a:pt x="20038" y="0"/>
                </a:cubicBezTo>
                <a:close/>
              </a:path>
            </a:pathLst>
          </a:custGeom>
          <a:solidFill>
            <a:srgbClr val="67B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4"/>
          <p:cNvSpPr/>
          <p:nvPr/>
        </p:nvSpPr>
        <p:spPr>
          <a:xfrm rot="-7532834">
            <a:off x="104113" y="-275864"/>
            <a:ext cx="933044" cy="789802"/>
          </a:xfrm>
          <a:custGeom>
            <a:avLst/>
            <a:gdLst/>
            <a:ahLst/>
            <a:cxnLst/>
            <a:rect l="l" t="t" r="r" b="b"/>
            <a:pathLst>
              <a:path w="29768" h="25198" extrusionOk="0">
                <a:moveTo>
                  <a:pt x="28706" y="0"/>
                </a:moveTo>
                <a:cubicBezTo>
                  <a:pt x="28706" y="0"/>
                  <a:pt x="28683" y="107"/>
                  <a:pt x="28647" y="286"/>
                </a:cubicBezTo>
                <a:cubicBezTo>
                  <a:pt x="28635" y="369"/>
                  <a:pt x="28611" y="488"/>
                  <a:pt x="28575" y="631"/>
                </a:cubicBezTo>
                <a:cubicBezTo>
                  <a:pt x="28552" y="762"/>
                  <a:pt x="28516" y="905"/>
                  <a:pt x="28456" y="1072"/>
                </a:cubicBezTo>
                <a:cubicBezTo>
                  <a:pt x="28397" y="1238"/>
                  <a:pt x="28337" y="1429"/>
                  <a:pt x="28278" y="1619"/>
                </a:cubicBezTo>
                <a:cubicBezTo>
                  <a:pt x="28218" y="1834"/>
                  <a:pt x="28111" y="2036"/>
                  <a:pt x="28028" y="2262"/>
                </a:cubicBezTo>
                <a:cubicBezTo>
                  <a:pt x="27980" y="2369"/>
                  <a:pt x="27933" y="2477"/>
                  <a:pt x="27897" y="2596"/>
                </a:cubicBezTo>
                <a:cubicBezTo>
                  <a:pt x="26399" y="2354"/>
                  <a:pt x="20976" y="1508"/>
                  <a:pt x="18281" y="1508"/>
                </a:cubicBezTo>
                <a:cubicBezTo>
                  <a:pt x="17119" y="1508"/>
                  <a:pt x="16464" y="1665"/>
                  <a:pt x="16848" y="2096"/>
                </a:cubicBezTo>
                <a:cubicBezTo>
                  <a:pt x="17861" y="3230"/>
                  <a:pt x="22903" y="3406"/>
                  <a:pt x="25750" y="3406"/>
                </a:cubicBezTo>
                <a:cubicBezTo>
                  <a:pt x="26550" y="3406"/>
                  <a:pt x="27176" y="3392"/>
                  <a:pt x="27492" y="3381"/>
                </a:cubicBezTo>
                <a:lnTo>
                  <a:pt x="27492" y="3381"/>
                </a:lnTo>
                <a:cubicBezTo>
                  <a:pt x="27432" y="3501"/>
                  <a:pt x="27361" y="3620"/>
                  <a:pt x="27278" y="3739"/>
                </a:cubicBezTo>
                <a:cubicBezTo>
                  <a:pt x="27123" y="4001"/>
                  <a:pt x="26968" y="4286"/>
                  <a:pt x="26778" y="4560"/>
                </a:cubicBezTo>
                <a:cubicBezTo>
                  <a:pt x="26587" y="4822"/>
                  <a:pt x="26409" y="5120"/>
                  <a:pt x="26182" y="5394"/>
                </a:cubicBezTo>
                <a:cubicBezTo>
                  <a:pt x="25968" y="5667"/>
                  <a:pt x="25754" y="5965"/>
                  <a:pt x="25516" y="6239"/>
                </a:cubicBezTo>
                <a:cubicBezTo>
                  <a:pt x="25397" y="6382"/>
                  <a:pt x="25277" y="6525"/>
                  <a:pt x="25158" y="6668"/>
                </a:cubicBezTo>
                <a:cubicBezTo>
                  <a:pt x="25039" y="6822"/>
                  <a:pt x="24896" y="6953"/>
                  <a:pt x="24765" y="7096"/>
                </a:cubicBezTo>
                <a:cubicBezTo>
                  <a:pt x="24658" y="7215"/>
                  <a:pt x="24563" y="7334"/>
                  <a:pt x="24444" y="7453"/>
                </a:cubicBezTo>
                <a:cubicBezTo>
                  <a:pt x="22451" y="7037"/>
                  <a:pt x="16306" y="5777"/>
                  <a:pt x="13663" y="5777"/>
                </a:cubicBezTo>
                <a:cubicBezTo>
                  <a:pt x="12753" y="5777"/>
                  <a:pt x="12258" y="5926"/>
                  <a:pt x="12490" y="6310"/>
                </a:cubicBezTo>
                <a:cubicBezTo>
                  <a:pt x="13383" y="7787"/>
                  <a:pt x="21360" y="8096"/>
                  <a:pt x="23742" y="8156"/>
                </a:cubicBezTo>
                <a:cubicBezTo>
                  <a:pt x="23515" y="8382"/>
                  <a:pt x="23289" y="8584"/>
                  <a:pt x="23075" y="8799"/>
                </a:cubicBezTo>
                <a:cubicBezTo>
                  <a:pt x="22777" y="9085"/>
                  <a:pt x="22456" y="9346"/>
                  <a:pt x="22158" y="9632"/>
                </a:cubicBezTo>
                <a:cubicBezTo>
                  <a:pt x="21848" y="9894"/>
                  <a:pt x="21539" y="10168"/>
                  <a:pt x="21206" y="10430"/>
                </a:cubicBezTo>
                <a:cubicBezTo>
                  <a:pt x="20717" y="10835"/>
                  <a:pt x="20217" y="11228"/>
                  <a:pt x="19705" y="11597"/>
                </a:cubicBezTo>
                <a:cubicBezTo>
                  <a:pt x="18173" y="10937"/>
                  <a:pt x="11342" y="8009"/>
                  <a:pt x="9539" y="8009"/>
                </a:cubicBezTo>
                <a:cubicBezTo>
                  <a:pt x="9030" y="8009"/>
                  <a:pt x="8921" y="8242"/>
                  <a:pt x="9442" y="8823"/>
                </a:cubicBezTo>
                <a:cubicBezTo>
                  <a:pt x="11204" y="10811"/>
                  <a:pt x="17372" y="11894"/>
                  <a:pt x="18979" y="12144"/>
                </a:cubicBezTo>
                <a:cubicBezTo>
                  <a:pt x="18408" y="12561"/>
                  <a:pt x="17836" y="12954"/>
                  <a:pt x="17276" y="13335"/>
                </a:cubicBezTo>
                <a:cubicBezTo>
                  <a:pt x="16824" y="13645"/>
                  <a:pt x="16372" y="13930"/>
                  <a:pt x="15931" y="14204"/>
                </a:cubicBezTo>
                <a:cubicBezTo>
                  <a:pt x="14714" y="13877"/>
                  <a:pt x="8313" y="12201"/>
                  <a:pt x="6010" y="12201"/>
                </a:cubicBezTo>
                <a:cubicBezTo>
                  <a:pt x="5385" y="12201"/>
                  <a:pt x="5062" y="12325"/>
                  <a:pt x="5227" y="12633"/>
                </a:cubicBezTo>
                <a:cubicBezTo>
                  <a:pt x="5954" y="13990"/>
                  <a:pt x="13276" y="14585"/>
                  <a:pt x="15121" y="14704"/>
                </a:cubicBezTo>
                <a:cubicBezTo>
                  <a:pt x="14598" y="15014"/>
                  <a:pt x="14109" y="15312"/>
                  <a:pt x="13645" y="15573"/>
                </a:cubicBezTo>
                <a:cubicBezTo>
                  <a:pt x="12562" y="16193"/>
                  <a:pt x="11645" y="16681"/>
                  <a:pt x="10990" y="17014"/>
                </a:cubicBezTo>
                <a:cubicBezTo>
                  <a:pt x="9274" y="16537"/>
                  <a:pt x="4757" y="15316"/>
                  <a:pt x="3092" y="15316"/>
                </a:cubicBezTo>
                <a:cubicBezTo>
                  <a:pt x="2469" y="15316"/>
                  <a:pt x="2245" y="15487"/>
                  <a:pt x="2715" y="15931"/>
                </a:cubicBezTo>
                <a:cubicBezTo>
                  <a:pt x="4356" y="17469"/>
                  <a:pt x="8286" y="17610"/>
                  <a:pt x="9787" y="17610"/>
                </a:cubicBezTo>
                <a:cubicBezTo>
                  <a:pt x="9865" y="17610"/>
                  <a:pt x="9937" y="17610"/>
                  <a:pt x="10002" y="17609"/>
                </a:cubicBezTo>
                <a:lnTo>
                  <a:pt x="10061" y="17728"/>
                </a:lnTo>
                <a:cubicBezTo>
                  <a:pt x="8311" y="18443"/>
                  <a:pt x="0" y="21848"/>
                  <a:pt x="1382" y="22265"/>
                </a:cubicBezTo>
                <a:cubicBezTo>
                  <a:pt x="1598" y="22330"/>
                  <a:pt x="1836" y="22360"/>
                  <a:pt x="2092" y="22360"/>
                </a:cubicBezTo>
                <a:cubicBezTo>
                  <a:pt x="5099" y="22360"/>
                  <a:pt x="10490" y="18193"/>
                  <a:pt x="10490" y="18193"/>
                </a:cubicBezTo>
                <a:lnTo>
                  <a:pt x="10490" y="18193"/>
                </a:lnTo>
                <a:cubicBezTo>
                  <a:pt x="10490" y="18193"/>
                  <a:pt x="7895" y="25197"/>
                  <a:pt x="9271" y="25197"/>
                </a:cubicBezTo>
                <a:cubicBezTo>
                  <a:pt x="9406" y="25197"/>
                  <a:pt x="9580" y="25129"/>
                  <a:pt x="9799" y="24979"/>
                </a:cubicBezTo>
                <a:cubicBezTo>
                  <a:pt x="10752" y="24325"/>
                  <a:pt x="11597" y="17657"/>
                  <a:pt x="11657" y="17216"/>
                </a:cubicBezTo>
                <a:cubicBezTo>
                  <a:pt x="12264" y="16907"/>
                  <a:pt x="13026" y="16502"/>
                  <a:pt x="13907" y="16026"/>
                </a:cubicBezTo>
                <a:cubicBezTo>
                  <a:pt x="14348" y="15776"/>
                  <a:pt x="14824" y="15514"/>
                  <a:pt x="15336" y="15216"/>
                </a:cubicBezTo>
                <a:lnTo>
                  <a:pt x="15336" y="15216"/>
                </a:lnTo>
                <a:cubicBezTo>
                  <a:pt x="14228" y="18026"/>
                  <a:pt x="12966" y="24098"/>
                  <a:pt x="13978" y="24444"/>
                </a:cubicBezTo>
                <a:cubicBezTo>
                  <a:pt x="13997" y="24450"/>
                  <a:pt x="14015" y="24452"/>
                  <a:pt x="14033" y="24452"/>
                </a:cubicBezTo>
                <a:cubicBezTo>
                  <a:pt x="14954" y="24452"/>
                  <a:pt x="15852" y="16842"/>
                  <a:pt x="16074" y="14764"/>
                </a:cubicBezTo>
                <a:cubicBezTo>
                  <a:pt x="16562" y="14466"/>
                  <a:pt x="17074" y="14157"/>
                  <a:pt x="17598" y="13811"/>
                </a:cubicBezTo>
                <a:cubicBezTo>
                  <a:pt x="18086" y="13490"/>
                  <a:pt x="18586" y="13156"/>
                  <a:pt x="19098" y="12799"/>
                </a:cubicBezTo>
                <a:lnTo>
                  <a:pt x="19098" y="12799"/>
                </a:lnTo>
                <a:cubicBezTo>
                  <a:pt x="18205" y="14811"/>
                  <a:pt x="15479" y="21241"/>
                  <a:pt x="17145" y="21681"/>
                </a:cubicBezTo>
                <a:cubicBezTo>
                  <a:pt x="17194" y="21694"/>
                  <a:pt x="17243" y="21701"/>
                  <a:pt x="17290" y="21701"/>
                </a:cubicBezTo>
                <a:cubicBezTo>
                  <a:pt x="18934" y="21701"/>
                  <a:pt x="19783" y="14101"/>
                  <a:pt x="19991" y="12180"/>
                </a:cubicBezTo>
                <a:cubicBezTo>
                  <a:pt x="20539" y="11775"/>
                  <a:pt x="21086" y="11359"/>
                  <a:pt x="21622" y="10942"/>
                </a:cubicBezTo>
                <a:lnTo>
                  <a:pt x="22610" y="10132"/>
                </a:lnTo>
                <a:cubicBezTo>
                  <a:pt x="22920" y="9858"/>
                  <a:pt x="23253" y="9585"/>
                  <a:pt x="23551" y="9299"/>
                </a:cubicBezTo>
                <a:lnTo>
                  <a:pt x="24265" y="8632"/>
                </a:lnTo>
                <a:lnTo>
                  <a:pt x="24265" y="8632"/>
                </a:lnTo>
                <a:cubicBezTo>
                  <a:pt x="23134" y="11859"/>
                  <a:pt x="21968" y="19050"/>
                  <a:pt x="23158" y="19383"/>
                </a:cubicBezTo>
                <a:cubicBezTo>
                  <a:pt x="23176" y="19388"/>
                  <a:pt x="23194" y="19391"/>
                  <a:pt x="23212" y="19391"/>
                </a:cubicBezTo>
                <a:cubicBezTo>
                  <a:pt x="24345" y="19391"/>
                  <a:pt x="24981" y="9417"/>
                  <a:pt x="25075" y="7811"/>
                </a:cubicBezTo>
                <a:cubicBezTo>
                  <a:pt x="25158" y="7739"/>
                  <a:pt x="25230" y="7668"/>
                  <a:pt x="25289" y="7596"/>
                </a:cubicBezTo>
                <a:cubicBezTo>
                  <a:pt x="25420" y="7441"/>
                  <a:pt x="25551" y="7311"/>
                  <a:pt x="25694" y="7156"/>
                </a:cubicBezTo>
                <a:cubicBezTo>
                  <a:pt x="25825" y="7013"/>
                  <a:pt x="25944" y="6858"/>
                  <a:pt x="26063" y="6715"/>
                </a:cubicBezTo>
                <a:cubicBezTo>
                  <a:pt x="26313" y="6429"/>
                  <a:pt x="26540" y="6132"/>
                  <a:pt x="26766" y="5834"/>
                </a:cubicBezTo>
                <a:cubicBezTo>
                  <a:pt x="27004" y="5548"/>
                  <a:pt x="27194" y="5251"/>
                  <a:pt x="27385" y="4977"/>
                </a:cubicBezTo>
                <a:cubicBezTo>
                  <a:pt x="27432" y="4917"/>
                  <a:pt x="27480" y="4858"/>
                  <a:pt x="27516" y="4774"/>
                </a:cubicBezTo>
                <a:lnTo>
                  <a:pt x="27516" y="4774"/>
                </a:lnTo>
                <a:cubicBezTo>
                  <a:pt x="27135" y="8584"/>
                  <a:pt x="27397" y="15109"/>
                  <a:pt x="28611" y="15216"/>
                </a:cubicBezTo>
                <a:cubicBezTo>
                  <a:pt x="28617" y="15217"/>
                  <a:pt x="28623" y="15217"/>
                  <a:pt x="28629" y="15217"/>
                </a:cubicBezTo>
                <a:cubicBezTo>
                  <a:pt x="29767" y="15217"/>
                  <a:pt x="28705" y="5940"/>
                  <a:pt x="28385" y="3322"/>
                </a:cubicBezTo>
                <a:lnTo>
                  <a:pt x="28385" y="3310"/>
                </a:lnTo>
                <a:cubicBezTo>
                  <a:pt x="28456" y="3167"/>
                  <a:pt x="28516" y="3048"/>
                  <a:pt x="28575" y="2917"/>
                </a:cubicBezTo>
                <a:cubicBezTo>
                  <a:pt x="28635" y="2786"/>
                  <a:pt x="28683" y="2667"/>
                  <a:pt x="28742" y="2548"/>
                </a:cubicBezTo>
                <a:cubicBezTo>
                  <a:pt x="28849" y="2310"/>
                  <a:pt x="28945" y="2084"/>
                  <a:pt x="29028" y="1857"/>
                </a:cubicBezTo>
                <a:cubicBezTo>
                  <a:pt x="29099" y="1643"/>
                  <a:pt x="29171" y="1441"/>
                  <a:pt x="29230" y="1262"/>
                </a:cubicBezTo>
                <a:cubicBezTo>
                  <a:pt x="29290" y="1084"/>
                  <a:pt x="29337" y="929"/>
                  <a:pt x="29361" y="774"/>
                </a:cubicBezTo>
                <a:cubicBezTo>
                  <a:pt x="29397" y="631"/>
                  <a:pt x="29421" y="512"/>
                  <a:pt x="29457" y="405"/>
                </a:cubicBezTo>
                <a:cubicBezTo>
                  <a:pt x="29504" y="214"/>
                  <a:pt x="29528" y="107"/>
                  <a:pt x="29528" y="107"/>
                </a:cubicBezTo>
                <a:lnTo>
                  <a:pt x="287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"/>
          <p:cNvSpPr/>
          <p:nvPr/>
        </p:nvSpPr>
        <p:spPr>
          <a:xfrm>
            <a:off x="6852574" y="98805"/>
            <a:ext cx="1217855" cy="282199"/>
          </a:xfrm>
          <a:custGeom>
            <a:avLst/>
            <a:gdLst/>
            <a:ahLst/>
            <a:cxnLst/>
            <a:rect l="l" t="t" r="r" b="b"/>
            <a:pathLst>
              <a:path w="28779" h="6669" extrusionOk="0">
                <a:moveTo>
                  <a:pt x="13951" y="1"/>
                </a:moveTo>
                <a:cubicBezTo>
                  <a:pt x="13574" y="1"/>
                  <a:pt x="13197" y="32"/>
                  <a:pt x="12824" y="96"/>
                </a:cubicBezTo>
                <a:cubicBezTo>
                  <a:pt x="11859" y="239"/>
                  <a:pt x="10955" y="608"/>
                  <a:pt x="10085" y="1072"/>
                </a:cubicBezTo>
                <a:cubicBezTo>
                  <a:pt x="8633" y="1858"/>
                  <a:pt x="7466" y="2799"/>
                  <a:pt x="6692" y="4263"/>
                </a:cubicBezTo>
                <a:cubicBezTo>
                  <a:pt x="5961" y="3714"/>
                  <a:pt x="5054" y="3419"/>
                  <a:pt x="4155" y="3419"/>
                </a:cubicBezTo>
                <a:cubicBezTo>
                  <a:pt x="3883" y="3419"/>
                  <a:pt x="3612" y="3446"/>
                  <a:pt x="3346" y="3501"/>
                </a:cubicBezTo>
                <a:cubicBezTo>
                  <a:pt x="2203" y="3739"/>
                  <a:pt x="1156" y="4501"/>
                  <a:pt x="584" y="5525"/>
                </a:cubicBezTo>
                <a:cubicBezTo>
                  <a:pt x="406" y="5835"/>
                  <a:pt x="167" y="6263"/>
                  <a:pt x="1" y="6668"/>
                </a:cubicBezTo>
                <a:lnTo>
                  <a:pt x="28778" y="6668"/>
                </a:lnTo>
                <a:cubicBezTo>
                  <a:pt x="28659" y="5716"/>
                  <a:pt x="28028" y="4846"/>
                  <a:pt x="27207" y="4299"/>
                </a:cubicBezTo>
                <a:cubicBezTo>
                  <a:pt x="26314" y="3727"/>
                  <a:pt x="25218" y="3501"/>
                  <a:pt x="24170" y="3489"/>
                </a:cubicBezTo>
                <a:cubicBezTo>
                  <a:pt x="24143" y="3489"/>
                  <a:pt x="24115" y="3489"/>
                  <a:pt x="24088" y="3489"/>
                </a:cubicBezTo>
                <a:cubicBezTo>
                  <a:pt x="22794" y="3489"/>
                  <a:pt x="21502" y="3763"/>
                  <a:pt x="20325" y="4334"/>
                </a:cubicBezTo>
                <a:cubicBezTo>
                  <a:pt x="19765" y="2894"/>
                  <a:pt x="18682" y="1644"/>
                  <a:pt x="17324" y="882"/>
                </a:cubicBezTo>
                <a:cubicBezTo>
                  <a:pt x="16297" y="305"/>
                  <a:pt x="15126" y="1"/>
                  <a:pt x="139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4"/>
          <p:cNvSpPr/>
          <p:nvPr/>
        </p:nvSpPr>
        <p:spPr>
          <a:xfrm flipH="1">
            <a:off x="-11" y="4802025"/>
            <a:ext cx="6256611" cy="341470"/>
          </a:xfrm>
          <a:custGeom>
            <a:avLst/>
            <a:gdLst/>
            <a:ahLst/>
            <a:cxnLst/>
            <a:rect l="l" t="t" r="r" b="b"/>
            <a:pathLst>
              <a:path w="53984" h="8516" extrusionOk="0">
                <a:moveTo>
                  <a:pt x="46657" y="1"/>
                </a:moveTo>
                <a:cubicBezTo>
                  <a:pt x="46074" y="1"/>
                  <a:pt x="45488" y="51"/>
                  <a:pt x="44899" y="169"/>
                </a:cubicBezTo>
                <a:cubicBezTo>
                  <a:pt x="43542" y="431"/>
                  <a:pt x="42387" y="1407"/>
                  <a:pt x="41470" y="2038"/>
                </a:cubicBezTo>
                <a:cubicBezTo>
                  <a:pt x="39232" y="3574"/>
                  <a:pt x="37029" y="4872"/>
                  <a:pt x="33612" y="5336"/>
                </a:cubicBezTo>
                <a:cubicBezTo>
                  <a:pt x="32989" y="5416"/>
                  <a:pt x="32472" y="5460"/>
                  <a:pt x="31980" y="5460"/>
                </a:cubicBezTo>
                <a:cubicBezTo>
                  <a:pt x="31371" y="5460"/>
                  <a:pt x="30802" y="5392"/>
                  <a:pt x="30123" y="5241"/>
                </a:cubicBezTo>
                <a:cubicBezTo>
                  <a:pt x="29750" y="5162"/>
                  <a:pt x="28846" y="5072"/>
                  <a:pt x="27839" y="5072"/>
                </a:cubicBezTo>
                <a:cubicBezTo>
                  <a:pt x="26724" y="5072"/>
                  <a:pt x="25482" y="5182"/>
                  <a:pt x="24694" y="5538"/>
                </a:cubicBezTo>
                <a:cubicBezTo>
                  <a:pt x="23539" y="6071"/>
                  <a:pt x="22016" y="6265"/>
                  <a:pt x="20469" y="6265"/>
                </a:cubicBezTo>
                <a:cubicBezTo>
                  <a:pt x="19146" y="6265"/>
                  <a:pt x="17804" y="6123"/>
                  <a:pt x="16657" y="5931"/>
                </a:cubicBezTo>
                <a:cubicBezTo>
                  <a:pt x="14636" y="5589"/>
                  <a:pt x="12849" y="5387"/>
                  <a:pt x="11110" y="5387"/>
                </a:cubicBezTo>
                <a:cubicBezTo>
                  <a:pt x="8793" y="5387"/>
                  <a:pt x="6562" y="5746"/>
                  <a:pt x="3977" y="6610"/>
                </a:cubicBezTo>
                <a:cubicBezTo>
                  <a:pt x="2417" y="7134"/>
                  <a:pt x="1179" y="7801"/>
                  <a:pt x="0" y="8515"/>
                </a:cubicBezTo>
                <a:lnTo>
                  <a:pt x="53983" y="8515"/>
                </a:lnTo>
                <a:lnTo>
                  <a:pt x="53983" y="1574"/>
                </a:lnTo>
                <a:cubicBezTo>
                  <a:pt x="51696" y="973"/>
                  <a:pt x="49211" y="1"/>
                  <a:pt x="4665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4"/>
          <p:cNvSpPr txBox="1">
            <a:spLocks noGrp="1"/>
          </p:cNvSpPr>
          <p:nvPr>
            <p:ph type="title"/>
          </p:nvPr>
        </p:nvSpPr>
        <p:spPr>
          <a:xfrm>
            <a:off x="713225" y="487775"/>
            <a:ext cx="6076200" cy="71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"/>
          <p:cNvSpPr txBox="1">
            <a:spLocks noGrp="1"/>
          </p:cNvSpPr>
          <p:nvPr>
            <p:ph type="body" idx="1"/>
          </p:nvPr>
        </p:nvSpPr>
        <p:spPr>
          <a:xfrm>
            <a:off x="713225" y="1197027"/>
            <a:ext cx="77175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Fredoka One"/>
              <a:buAutoNum type="arabicPeriod"/>
              <a:defRPr sz="11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7"/>
          <p:cNvGrpSpPr/>
          <p:nvPr/>
        </p:nvGrpSpPr>
        <p:grpSpPr>
          <a:xfrm>
            <a:off x="4038528" y="0"/>
            <a:ext cx="5105476" cy="5727492"/>
            <a:chOff x="4419482" y="-22"/>
            <a:chExt cx="4724668" cy="5727492"/>
          </a:xfrm>
        </p:grpSpPr>
        <p:grpSp>
          <p:nvGrpSpPr>
            <p:cNvPr id="414" name="Google Shape;414;p7"/>
            <p:cNvGrpSpPr/>
            <p:nvPr/>
          </p:nvGrpSpPr>
          <p:grpSpPr>
            <a:xfrm rot="-5400000">
              <a:off x="2147888" y="2272020"/>
              <a:ext cx="5727045" cy="1183855"/>
              <a:chOff x="1321202" y="3526247"/>
              <a:chExt cx="7822763" cy="1617068"/>
            </a:xfrm>
          </p:grpSpPr>
          <p:sp>
            <p:nvSpPr>
              <p:cNvPr id="415" name="Google Shape;415;p7"/>
              <p:cNvSpPr/>
              <p:nvPr/>
            </p:nvSpPr>
            <p:spPr>
              <a:xfrm>
                <a:off x="1321202" y="3526247"/>
                <a:ext cx="7822725" cy="1613015"/>
              </a:xfrm>
              <a:custGeom>
                <a:avLst/>
                <a:gdLst/>
                <a:ahLst/>
                <a:cxnLst/>
                <a:rect l="l" t="t" r="r" b="b"/>
                <a:pathLst>
                  <a:path w="67462" h="13920" extrusionOk="0">
                    <a:moveTo>
                      <a:pt x="60681" y="1"/>
                    </a:moveTo>
                    <a:cubicBezTo>
                      <a:pt x="58623" y="1"/>
                      <a:pt x="56591" y="352"/>
                      <a:pt x="54936" y="1179"/>
                    </a:cubicBezTo>
                    <a:cubicBezTo>
                      <a:pt x="50483" y="3370"/>
                      <a:pt x="45828" y="6466"/>
                      <a:pt x="39851" y="7049"/>
                    </a:cubicBezTo>
                    <a:cubicBezTo>
                      <a:pt x="39110" y="7121"/>
                      <a:pt x="38399" y="7151"/>
                      <a:pt x="37706" y="7151"/>
                    </a:cubicBezTo>
                    <a:cubicBezTo>
                      <a:pt x="35422" y="7151"/>
                      <a:pt x="33325" y="6825"/>
                      <a:pt x="30969" y="6597"/>
                    </a:cubicBezTo>
                    <a:cubicBezTo>
                      <a:pt x="28654" y="6365"/>
                      <a:pt x="26459" y="6204"/>
                      <a:pt x="24236" y="6204"/>
                    </a:cubicBezTo>
                    <a:cubicBezTo>
                      <a:pt x="22572" y="6204"/>
                      <a:pt x="20892" y="6294"/>
                      <a:pt x="19134" y="6513"/>
                    </a:cubicBezTo>
                    <a:cubicBezTo>
                      <a:pt x="15086" y="7002"/>
                      <a:pt x="12026" y="7847"/>
                      <a:pt x="9121" y="9585"/>
                    </a:cubicBezTo>
                    <a:cubicBezTo>
                      <a:pt x="7216" y="10740"/>
                      <a:pt x="5311" y="11966"/>
                      <a:pt x="3096" y="12883"/>
                    </a:cubicBezTo>
                    <a:cubicBezTo>
                      <a:pt x="2108" y="13276"/>
                      <a:pt x="1084" y="13621"/>
                      <a:pt x="1" y="13919"/>
                    </a:cubicBezTo>
                    <a:lnTo>
                      <a:pt x="10800" y="13919"/>
                    </a:lnTo>
                    <a:cubicBezTo>
                      <a:pt x="10883" y="13871"/>
                      <a:pt x="10966" y="13848"/>
                      <a:pt x="11038" y="13800"/>
                    </a:cubicBezTo>
                    <a:cubicBezTo>
                      <a:pt x="13407" y="12657"/>
                      <a:pt x="16062" y="10776"/>
                      <a:pt x="19110" y="10419"/>
                    </a:cubicBezTo>
                    <a:cubicBezTo>
                      <a:pt x="20176" y="10294"/>
                      <a:pt x="21236" y="10242"/>
                      <a:pt x="22291" y="10242"/>
                    </a:cubicBezTo>
                    <a:cubicBezTo>
                      <a:pt x="27870" y="10242"/>
                      <a:pt x="33331" y="11702"/>
                      <a:pt x="38905" y="11702"/>
                    </a:cubicBezTo>
                    <a:cubicBezTo>
                      <a:pt x="40456" y="11702"/>
                      <a:pt x="42016" y="11589"/>
                      <a:pt x="43589" y="11300"/>
                    </a:cubicBezTo>
                    <a:cubicBezTo>
                      <a:pt x="47614" y="10561"/>
                      <a:pt x="50662" y="9418"/>
                      <a:pt x="53757" y="7668"/>
                    </a:cubicBezTo>
                    <a:cubicBezTo>
                      <a:pt x="55400" y="6738"/>
                      <a:pt x="56206" y="5837"/>
                      <a:pt x="58427" y="5837"/>
                    </a:cubicBezTo>
                    <a:cubicBezTo>
                      <a:pt x="58621" y="5837"/>
                      <a:pt x="58826" y="5844"/>
                      <a:pt x="59044" y="5859"/>
                    </a:cubicBezTo>
                    <a:cubicBezTo>
                      <a:pt x="61259" y="5989"/>
                      <a:pt x="63626" y="6786"/>
                      <a:pt x="65932" y="6786"/>
                    </a:cubicBezTo>
                    <a:cubicBezTo>
                      <a:pt x="66365" y="6786"/>
                      <a:pt x="66796" y="6758"/>
                      <a:pt x="67223" y="6692"/>
                    </a:cubicBezTo>
                    <a:cubicBezTo>
                      <a:pt x="67319" y="6668"/>
                      <a:pt x="67390" y="6656"/>
                      <a:pt x="67461" y="6644"/>
                    </a:cubicBezTo>
                    <a:lnTo>
                      <a:pt x="67461" y="1537"/>
                    </a:lnTo>
                    <a:cubicBezTo>
                      <a:pt x="65818" y="679"/>
                      <a:pt x="63342" y="108"/>
                      <a:pt x="61615" y="24"/>
                    </a:cubicBezTo>
                    <a:cubicBezTo>
                      <a:pt x="61304" y="9"/>
                      <a:pt x="60992" y="1"/>
                      <a:pt x="606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7"/>
              <p:cNvSpPr/>
              <p:nvPr/>
            </p:nvSpPr>
            <p:spPr>
              <a:xfrm>
                <a:off x="1959100" y="3762634"/>
                <a:ext cx="7184843" cy="1380680"/>
              </a:xfrm>
              <a:custGeom>
                <a:avLst/>
                <a:gdLst/>
                <a:ahLst/>
                <a:cxnLst/>
                <a:rect l="l" t="t" r="r" b="b"/>
                <a:pathLst>
                  <a:path w="61961" h="11915" extrusionOk="0">
                    <a:moveTo>
                      <a:pt x="55567" y="0"/>
                    </a:moveTo>
                    <a:cubicBezTo>
                      <a:pt x="53497" y="0"/>
                      <a:pt x="51436" y="341"/>
                      <a:pt x="49768" y="1175"/>
                    </a:cubicBezTo>
                    <a:cubicBezTo>
                      <a:pt x="45327" y="3366"/>
                      <a:pt x="40660" y="6462"/>
                      <a:pt x="34695" y="7045"/>
                    </a:cubicBezTo>
                    <a:cubicBezTo>
                      <a:pt x="33954" y="7117"/>
                      <a:pt x="33243" y="7147"/>
                      <a:pt x="32548" y="7147"/>
                    </a:cubicBezTo>
                    <a:cubicBezTo>
                      <a:pt x="30262" y="7147"/>
                      <a:pt x="28160" y="6821"/>
                      <a:pt x="25813" y="6593"/>
                    </a:cubicBezTo>
                    <a:cubicBezTo>
                      <a:pt x="23483" y="6367"/>
                      <a:pt x="21275" y="6203"/>
                      <a:pt x="19037" y="6203"/>
                    </a:cubicBezTo>
                    <a:cubicBezTo>
                      <a:pt x="17387" y="6203"/>
                      <a:pt x="15721" y="6292"/>
                      <a:pt x="13978" y="6509"/>
                    </a:cubicBezTo>
                    <a:cubicBezTo>
                      <a:pt x="9930" y="6997"/>
                      <a:pt x="6858" y="7843"/>
                      <a:pt x="3965" y="9593"/>
                    </a:cubicBezTo>
                    <a:cubicBezTo>
                      <a:pt x="2679" y="10355"/>
                      <a:pt x="1381" y="11177"/>
                      <a:pt x="0" y="11915"/>
                    </a:cubicBezTo>
                    <a:lnTo>
                      <a:pt x="9501" y="11915"/>
                    </a:lnTo>
                    <a:cubicBezTo>
                      <a:pt x="10883" y="11224"/>
                      <a:pt x="12371" y="10617"/>
                      <a:pt x="13943" y="10438"/>
                    </a:cubicBezTo>
                    <a:cubicBezTo>
                      <a:pt x="15011" y="10314"/>
                      <a:pt x="16075" y="10261"/>
                      <a:pt x="17134" y="10261"/>
                    </a:cubicBezTo>
                    <a:cubicBezTo>
                      <a:pt x="22714" y="10261"/>
                      <a:pt x="28178" y="11717"/>
                      <a:pt x="33760" y="11717"/>
                    </a:cubicBezTo>
                    <a:cubicBezTo>
                      <a:pt x="35307" y="11717"/>
                      <a:pt x="36863" y="11605"/>
                      <a:pt x="38434" y="11319"/>
                    </a:cubicBezTo>
                    <a:cubicBezTo>
                      <a:pt x="42446" y="10569"/>
                      <a:pt x="45494" y="9438"/>
                      <a:pt x="48590" y="7688"/>
                    </a:cubicBezTo>
                    <a:cubicBezTo>
                      <a:pt x="50233" y="6757"/>
                      <a:pt x="51050" y="5845"/>
                      <a:pt x="53268" y="5845"/>
                    </a:cubicBezTo>
                    <a:cubicBezTo>
                      <a:pt x="53459" y="5845"/>
                      <a:pt x="53662" y="5852"/>
                      <a:pt x="53876" y="5866"/>
                    </a:cubicBezTo>
                    <a:cubicBezTo>
                      <a:pt x="56081" y="6008"/>
                      <a:pt x="58431" y="6794"/>
                      <a:pt x="60738" y="6794"/>
                    </a:cubicBezTo>
                    <a:cubicBezTo>
                      <a:pt x="61148" y="6794"/>
                      <a:pt x="61555" y="6769"/>
                      <a:pt x="61960" y="6712"/>
                    </a:cubicBezTo>
                    <a:lnTo>
                      <a:pt x="61960" y="1354"/>
                    </a:lnTo>
                    <a:cubicBezTo>
                      <a:pt x="60341" y="604"/>
                      <a:pt x="58055" y="92"/>
                      <a:pt x="56448" y="20"/>
                    </a:cubicBezTo>
                    <a:cubicBezTo>
                      <a:pt x="56155" y="7"/>
                      <a:pt x="55860" y="0"/>
                      <a:pt x="55567" y="0"/>
                    </a:cubicBezTo>
                    <a:close/>
                  </a:path>
                </a:pathLst>
              </a:custGeom>
              <a:solidFill>
                <a:srgbClr val="AED2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7"/>
              <p:cNvSpPr/>
              <p:nvPr/>
            </p:nvSpPr>
            <p:spPr>
              <a:xfrm>
                <a:off x="2884115" y="4152442"/>
                <a:ext cx="6259850" cy="986813"/>
              </a:xfrm>
              <a:custGeom>
                <a:avLst/>
                <a:gdLst/>
                <a:ahLst/>
                <a:cxnLst/>
                <a:rect l="l" t="t" r="r" b="b"/>
                <a:pathLst>
                  <a:path w="53984" h="8516" extrusionOk="0">
                    <a:moveTo>
                      <a:pt x="46657" y="1"/>
                    </a:moveTo>
                    <a:cubicBezTo>
                      <a:pt x="46074" y="1"/>
                      <a:pt x="45488" y="51"/>
                      <a:pt x="44899" y="169"/>
                    </a:cubicBezTo>
                    <a:cubicBezTo>
                      <a:pt x="43542" y="431"/>
                      <a:pt x="42387" y="1407"/>
                      <a:pt x="41470" y="2038"/>
                    </a:cubicBezTo>
                    <a:cubicBezTo>
                      <a:pt x="39232" y="3574"/>
                      <a:pt x="37029" y="4872"/>
                      <a:pt x="33612" y="5336"/>
                    </a:cubicBezTo>
                    <a:cubicBezTo>
                      <a:pt x="32989" y="5416"/>
                      <a:pt x="32472" y="5460"/>
                      <a:pt x="31980" y="5460"/>
                    </a:cubicBezTo>
                    <a:cubicBezTo>
                      <a:pt x="31371" y="5460"/>
                      <a:pt x="30802" y="5392"/>
                      <a:pt x="30123" y="5241"/>
                    </a:cubicBezTo>
                    <a:cubicBezTo>
                      <a:pt x="29750" y="5162"/>
                      <a:pt x="28846" y="5072"/>
                      <a:pt x="27839" y="5072"/>
                    </a:cubicBezTo>
                    <a:cubicBezTo>
                      <a:pt x="26724" y="5072"/>
                      <a:pt x="25482" y="5182"/>
                      <a:pt x="24694" y="5538"/>
                    </a:cubicBezTo>
                    <a:cubicBezTo>
                      <a:pt x="23539" y="6071"/>
                      <a:pt x="22016" y="6265"/>
                      <a:pt x="20469" y="6265"/>
                    </a:cubicBezTo>
                    <a:cubicBezTo>
                      <a:pt x="19146" y="6265"/>
                      <a:pt x="17804" y="6123"/>
                      <a:pt x="16657" y="5931"/>
                    </a:cubicBezTo>
                    <a:cubicBezTo>
                      <a:pt x="14636" y="5589"/>
                      <a:pt x="12849" y="5387"/>
                      <a:pt x="11110" y="5387"/>
                    </a:cubicBezTo>
                    <a:cubicBezTo>
                      <a:pt x="8793" y="5387"/>
                      <a:pt x="6562" y="5746"/>
                      <a:pt x="3977" y="6610"/>
                    </a:cubicBezTo>
                    <a:cubicBezTo>
                      <a:pt x="2417" y="7134"/>
                      <a:pt x="1179" y="7801"/>
                      <a:pt x="0" y="8515"/>
                    </a:cubicBezTo>
                    <a:lnTo>
                      <a:pt x="53983" y="8515"/>
                    </a:lnTo>
                    <a:lnTo>
                      <a:pt x="53983" y="1574"/>
                    </a:lnTo>
                    <a:cubicBezTo>
                      <a:pt x="51696" y="973"/>
                      <a:pt x="49211" y="1"/>
                      <a:pt x="466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7"/>
            <p:cNvSpPr/>
            <p:nvPr/>
          </p:nvSpPr>
          <p:spPr>
            <a:xfrm>
              <a:off x="5581650" y="0"/>
              <a:ext cx="3562500" cy="514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 rot="-5400000">
              <a:off x="5084461" y="1087772"/>
              <a:ext cx="5143461" cy="2967996"/>
            </a:xfrm>
            <a:custGeom>
              <a:avLst/>
              <a:gdLst/>
              <a:ahLst/>
              <a:cxnLst/>
              <a:rect l="l" t="t" r="r" b="b"/>
              <a:pathLst>
                <a:path w="53984" h="8516" extrusionOk="0">
                  <a:moveTo>
                    <a:pt x="46657" y="1"/>
                  </a:moveTo>
                  <a:cubicBezTo>
                    <a:pt x="46074" y="1"/>
                    <a:pt x="45488" y="51"/>
                    <a:pt x="44899" y="169"/>
                  </a:cubicBezTo>
                  <a:cubicBezTo>
                    <a:pt x="43542" y="431"/>
                    <a:pt x="42387" y="1407"/>
                    <a:pt x="41470" y="2038"/>
                  </a:cubicBezTo>
                  <a:cubicBezTo>
                    <a:pt x="39232" y="3574"/>
                    <a:pt x="37029" y="4872"/>
                    <a:pt x="33612" y="5336"/>
                  </a:cubicBezTo>
                  <a:cubicBezTo>
                    <a:pt x="32989" y="5416"/>
                    <a:pt x="32472" y="5460"/>
                    <a:pt x="31980" y="5460"/>
                  </a:cubicBezTo>
                  <a:cubicBezTo>
                    <a:pt x="31371" y="5460"/>
                    <a:pt x="30802" y="5392"/>
                    <a:pt x="30123" y="5241"/>
                  </a:cubicBezTo>
                  <a:cubicBezTo>
                    <a:pt x="29750" y="5162"/>
                    <a:pt x="28846" y="5072"/>
                    <a:pt x="27839" y="5072"/>
                  </a:cubicBezTo>
                  <a:cubicBezTo>
                    <a:pt x="26724" y="5072"/>
                    <a:pt x="25482" y="5182"/>
                    <a:pt x="24694" y="5538"/>
                  </a:cubicBezTo>
                  <a:cubicBezTo>
                    <a:pt x="23539" y="6071"/>
                    <a:pt x="22016" y="6265"/>
                    <a:pt x="20469" y="6265"/>
                  </a:cubicBezTo>
                  <a:cubicBezTo>
                    <a:pt x="19146" y="6265"/>
                    <a:pt x="17804" y="6123"/>
                    <a:pt x="16657" y="5931"/>
                  </a:cubicBezTo>
                  <a:cubicBezTo>
                    <a:pt x="14636" y="5589"/>
                    <a:pt x="12849" y="5387"/>
                    <a:pt x="11110" y="5387"/>
                  </a:cubicBezTo>
                  <a:cubicBezTo>
                    <a:pt x="8793" y="5387"/>
                    <a:pt x="6562" y="5746"/>
                    <a:pt x="3977" y="6610"/>
                  </a:cubicBezTo>
                  <a:cubicBezTo>
                    <a:pt x="2417" y="7134"/>
                    <a:pt x="1179" y="7801"/>
                    <a:pt x="0" y="8515"/>
                  </a:cubicBezTo>
                  <a:lnTo>
                    <a:pt x="53983" y="8515"/>
                  </a:lnTo>
                  <a:lnTo>
                    <a:pt x="53983" y="1574"/>
                  </a:lnTo>
                  <a:cubicBezTo>
                    <a:pt x="51696" y="973"/>
                    <a:pt x="49211" y="1"/>
                    <a:pt x="466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7"/>
            <p:cNvSpPr/>
            <p:nvPr/>
          </p:nvSpPr>
          <p:spPr>
            <a:xfrm rot="-5400000">
              <a:off x="7513169" y="92437"/>
              <a:ext cx="1723284" cy="1538367"/>
            </a:xfrm>
            <a:custGeom>
              <a:avLst/>
              <a:gdLst/>
              <a:ahLst/>
              <a:cxnLst/>
              <a:rect l="l" t="t" r="r" b="b"/>
              <a:pathLst>
                <a:path w="18087" h="4414" extrusionOk="0">
                  <a:moveTo>
                    <a:pt x="9433" y="1"/>
                  </a:moveTo>
                  <a:cubicBezTo>
                    <a:pt x="8856" y="1"/>
                    <a:pt x="8275" y="50"/>
                    <a:pt x="7692" y="163"/>
                  </a:cubicBezTo>
                  <a:cubicBezTo>
                    <a:pt x="6323" y="425"/>
                    <a:pt x="5180" y="1402"/>
                    <a:pt x="4263" y="2033"/>
                  </a:cubicBezTo>
                  <a:cubicBezTo>
                    <a:pt x="2918" y="2961"/>
                    <a:pt x="1584" y="3795"/>
                    <a:pt x="1" y="4414"/>
                  </a:cubicBezTo>
                  <a:lnTo>
                    <a:pt x="18086" y="4414"/>
                  </a:lnTo>
                  <a:lnTo>
                    <a:pt x="18086" y="4402"/>
                  </a:lnTo>
                  <a:lnTo>
                    <a:pt x="18086" y="1878"/>
                  </a:lnTo>
                  <a:cubicBezTo>
                    <a:pt x="15443" y="1377"/>
                    <a:pt x="12488" y="1"/>
                    <a:pt x="9433" y="1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1" name="Google Shape;421;p7"/>
          <p:cNvSpPr txBox="1">
            <a:spLocks noGrp="1"/>
          </p:cNvSpPr>
          <p:nvPr>
            <p:ph type="title"/>
          </p:nvPr>
        </p:nvSpPr>
        <p:spPr>
          <a:xfrm>
            <a:off x="713100" y="685872"/>
            <a:ext cx="2838900" cy="11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7"/>
          <p:cNvSpPr txBox="1">
            <a:spLocks noGrp="1"/>
          </p:cNvSpPr>
          <p:nvPr>
            <p:ph type="subTitle" idx="1"/>
          </p:nvPr>
        </p:nvSpPr>
        <p:spPr>
          <a:xfrm>
            <a:off x="713200" y="1755697"/>
            <a:ext cx="3240600" cy="2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"/>
          <p:cNvSpPr txBox="1">
            <a:spLocks noGrp="1"/>
          </p:cNvSpPr>
          <p:nvPr>
            <p:ph type="title"/>
          </p:nvPr>
        </p:nvSpPr>
        <p:spPr>
          <a:xfrm>
            <a:off x="5115250" y="1545600"/>
            <a:ext cx="30021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9"/>
          <p:cNvSpPr txBox="1">
            <a:spLocks noGrp="1"/>
          </p:cNvSpPr>
          <p:nvPr>
            <p:ph type="subTitle" idx="1"/>
          </p:nvPr>
        </p:nvSpPr>
        <p:spPr>
          <a:xfrm>
            <a:off x="5115250" y="2152200"/>
            <a:ext cx="3002100" cy="14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9pPr>
          </a:lstStyle>
          <a:p>
            <a:endParaRPr/>
          </a:p>
        </p:txBody>
      </p:sp>
      <p:sp>
        <p:nvSpPr>
          <p:cNvPr id="557" name="Google Shape;557;p9"/>
          <p:cNvSpPr/>
          <p:nvPr/>
        </p:nvSpPr>
        <p:spPr>
          <a:xfrm>
            <a:off x="246325" y="899701"/>
            <a:ext cx="735519" cy="170443"/>
          </a:xfrm>
          <a:custGeom>
            <a:avLst/>
            <a:gdLst/>
            <a:ahLst/>
            <a:cxnLst/>
            <a:rect l="l" t="t" r="r" b="b"/>
            <a:pathLst>
              <a:path w="28779" h="6669" extrusionOk="0">
                <a:moveTo>
                  <a:pt x="13951" y="1"/>
                </a:moveTo>
                <a:cubicBezTo>
                  <a:pt x="13574" y="1"/>
                  <a:pt x="13197" y="32"/>
                  <a:pt x="12824" y="96"/>
                </a:cubicBezTo>
                <a:cubicBezTo>
                  <a:pt x="11859" y="239"/>
                  <a:pt x="10955" y="608"/>
                  <a:pt x="10085" y="1072"/>
                </a:cubicBezTo>
                <a:cubicBezTo>
                  <a:pt x="8633" y="1858"/>
                  <a:pt x="7466" y="2799"/>
                  <a:pt x="6692" y="4263"/>
                </a:cubicBezTo>
                <a:cubicBezTo>
                  <a:pt x="5961" y="3714"/>
                  <a:pt x="5054" y="3419"/>
                  <a:pt x="4155" y="3419"/>
                </a:cubicBezTo>
                <a:cubicBezTo>
                  <a:pt x="3883" y="3419"/>
                  <a:pt x="3612" y="3446"/>
                  <a:pt x="3346" y="3501"/>
                </a:cubicBezTo>
                <a:cubicBezTo>
                  <a:pt x="2203" y="3739"/>
                  <a:pt x="1156" y="4501"/>
                  <a:pt x="584" y="5525"/>
                </a:cubicBezTo>
                <a:cubicBezTo>
                  <a:pt x="406" y="5835"/>
                  <a:pt x="167" y="6263"/>
                  <a:pt x="1" y="6668"/>
                </a:cubicBezTo>
                <a:lnTo>
                  <a:pt x="28778" y="6668"/>
                </a:lnTo>
                <a:cubicBezTo>
                  <a:pt x="28659" y="5716"/>
                  <a:pt x="28028" y="4846"/>
                  <a:pt x="27207" y="4299"/>
                </a:cubicBezTo>
                <a:cubicBezTo>
                  <a:pt x="26314" y="3727"/>
                  <a:pt x="25218" y="3501"/>
                  <a:pt x="24170" y="3489"/>
                </a:cubicBezTo>
                <a:cubicBezTo>
                  <a:pt x="24143" y="3489"/>
                  <a:pt x="24115" y="3489"/>
                  <a:pt x="24088" y="3489"/>
                </a:cubicBezTo>
                <a:cubicBezTo>
                  <a:pt x="22794" y="3489"/>
                  <a:pt x="21502" y="3763"/>
                  <a:pt x="20325" y="4334"/>
                </a:cubicBezTo>
                <a:cubicBezTo>
                  <a:pt x="19765" y="2894"/>
                  <a:pt x="18682" y="1644"/>
                  <a:pt x="17324" y="882"/>
                </a:cubicBezTo>
                <a:cubicBezTo>
                  <a:pt x="16297" y="305"/>
                  <a:pt x="15126" y="1"/>
                  <a:pt x="139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9"/>
          <p:cNvSpPr/>
          <p:nvPr/>
        </p:nvSpPr>
        <p:spPr>
          <a:xfrm>
            <a:off x="4854226" y="4094350"/>
            <a:ext cx="4289875" cy="1046173"/>
          </a:xfrm>
          <a:custGeom>
            <a:avLst/>
            <a:gdLst/>
            <a:ahLst/>
            <a:cxnLst/>
            <a:rect l="l" t="t" r="r" b="b"/>
            <a:pathLst>
              <a:path w="18087" h="4414" extrusionOk="0">
                <a:moveTo>
                  <a:pt x="9433" y="1"/>
                </a:moveTo>
                <a:cubicBezTo>
                  <a:pt x="8856" y="1"/>
                  <a:pt x="8275" y="50"/>
                  <a:pt x="7692" y="163"/>
                </a:cubicBezTo>
                <a:cubicBezTo>
                  <a:pt x="6323" y="425"/>
                  <a:pt x="5180" y="1402"/>
                  <a:pt x="4263" y="2033"/>
                </a:cubicBezTo>
                <a:cubicBezTo>
                  <a:pt x="2918" y="2961"/>
                  <a:pt x="1584" y="3795"/>
                  <a:pt x="1" y="4414"/>
                </a:cubicBezTo>
                <a:lnTo>
                  <a:pt x="18086" y="4414"/>
                </a:lnTo>
                <a:lnTo>
                  <a:pt x="18086" y="4402"/>
                </a:lnTo>
                <a:lnTo>
                  <a:pt x="18086" y="1878"/>
                </a:lnTo>
                <a:cubicBezTo>
                  <a:pt x="15443" y="1377"/>
                  <a:pt x="12488" y="1"/>
                  <a:pt x="943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9"/>
          <p:cNvSpPr/>
          <p:nvPr/>
        </p:nvSpPr>
        <p:spPr>
          <a:xfrm rot="10800000">
            <a:off x="18" y="-3"/>
            <a:ext cx="2871583" cy="700303"/>
          </a:xfrm>
          <a:custGeom>
            <a:avLst/>
            <a:gdLst/>
            <a:ahLst/>
            <a:cxnLst/>
            <a:rect l="l" t="t" r="r" b="b"/>
            <a:pathLst>
              <a:path w="18087" h="4414" extrusionOk="0">
                <a:moveTo>
                  <a:pt x="9433" y="1"/>
                </a:moveTo>
                <a:cubicBezTo>
                  <a:pt x="8856" y="1"/>
                  <a:pt x="8275" y="50"/>
                  <a:pt x="7692" y="163"/>
                </a:cubicBezTo>
                <a:cubicBezTo>
                  <a:pt x="6323" y="425"/>
                  <a:pt x="5180" y="1402"/>
                  <a:pt x="4263" y="2033"/>
                </a:cubicBezTo>
                <a:cubicBezTo>
                  <a:pt x="2918" y="2961"/>
                  <a:pt x="1584" y="3795"/>
                  <a:pt x="1" y="4414"/>
                </a:cubicBezTo>
                <a:lnTo>
                  <a:pt x="18086" y="4414"/>
                </a:lnTo>
                <a:lnTo>
                  <a:pt x="18086" y="4402"/>
                </a:lnTo>
                <a:lnTo>
                  <a:pt x="18086" y="1878"/>
                </a:lnTo>
                <a:cubicBezTo>
                  <a:pt x="15443" y="1377"/>
                  <a:pt x="12488" y="1"/>
                  <a:pt x="943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13"/>
          <p:cNvGrpSpPr/>
          <p:nvPr/>
        </p:nvGrpSpPr>
        <p:grpSpPr>
          <a:xfrm>
            <a:off x="0" y="0"/>
            <a:ext cx="9144000" cy="2972217"/>
            <a:chOff x="0" y="0"/>
            <a:chExt cx="9144000" cy="2972217"/>
          </a:xfrm>
        </p:grpSpPr>
        <p:sp>
          <p:nvSpPr>
            <p:cNvPr id="576" name="Google Shape;576;p13"/>
            <p:cNvSpPr/>
            <p:nvPr/>
          </p:nvSpPr>
          <p:spPr>
            <a:xfrm>
              <a:off x="0" y="0"/>
              <a:ext cx="9144000" cy="280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577;p13"/>
            <p:cNvGrpSpPr/>
            <p:nvPr/>
          </p:nvGrpSpPr>
          <p:grpSpPr>
            <a:xfrm>
              <a:off x="0" y="1985404"/>
              <a:ext cx="9143965" cy="986813"/>
              <a:chOff x="0" y="2497167"/>
              <a:chExt cx="9143965" cy="986813"/>
            </a:xfrm>
          </p:grpSpPr>
          <p:sp>
            <p:nvSpPr>
              <p:cNvPr id="578" name="Google Shape;578;p13"/>
              <p:cNvSpPr/>
              <p:nvPr/>
            </p:nvSpPr>
            <p:spPr>
              <a:xfrm>
                <a:off x="2884115" y="2497167"/>
                <a:ext cx="6259850" cy="986813"/>
              </a:xfrm>
              <a:custGeom>
                <a:avLst/>
                <a:gdLst/>
                <a:ahLst/>
                <a:cxnLst/>
                <a:rect l="l" t="t" r="r" b="b"/>
                <a:pathLst>
                  <a:path w="53984" h="8516" extrusionOk="0">
                    <a:moveTo>
                      <a:pt x="46657" y="1"/>
                    </a:moveTo>
                    <a:cubicBezTo>
                      <a:pt x="46074" y="1"/>
                      <a:pt x="45488" y="51"/>
                      <a:pt x="44899" y="169"/>
                    </a:cubicBezTo>
                    <a:cubicBezTo>
                      <a:pt x="43542" y="431"/>
                      <a:pt x="42387" y="1407"/>
                      <a:pt x="41470" y="2038"/>
                    </a:cubicBezTo>
                    <a:cubicBezTo>
                      <a:pt x="39232" y="3574"/>
                      <a:pt x="37029" y="4872"/>
                      <a:pt x="33612" y="5336"/>
                    </a:cubicBezTo>
                    <a:cubicBezTo>
                      <a:pt x="32989" y="5416"/>
                      <a:pt x="32472" y="5460"/>
                      <a:pt x="31980" y="5460"/>
                    </a:cubicBezTo>
                    <a:cubicBezTo>
                      <a:pt x="31371" y="5460"/>
                      <a:pt x="30802" y="5392"/>
                      <a:pt x="30123" y="5241"/>
                    </a:cubicBezTo>
                    <a:cubicBezTo>
                      <a:pt x="29750" y="5162"/>
                      <a:pt x="28846" y="5072"/>
                      <a:pt x="27839" y="5072"/>
                    </a:cubicBezTo>
                    <a:cubicBezTo>
                      <a:pt x="26724" y="5072"/>
                      <a:pt x="25482" y="5182"/>
                      <a:pt x="24694" y="5538"/>
                    </a:cubicBezTo>
                    <a:cubicBezTo>
                      <a:pt x="23539" y="6071"/>
                      <a:pt x="22016" y="6265"/>
                      <a:pt x="20469" y="6265"/>
                    </a:cubicBezTo>
                    <a:cubicBezTo>
                      <a:pt x="19146" y="6265"/>
                      <a:pt x="17804" y="6123"/>
                      <a:pt x="16657" y="5931"/>
                    </a:cubicBezTo>
                    <a:cubicBezTo>
                      <a:pt x="14636" y="5589"/>
                      <a:pt x="12849" y="5387"/>
                      <a:pt x="11110" y="5387"/>
                    </a:cubicBezTo>
                    <a:cubicBezTo>
                      <a:pt x="8793" y="5387"/>
                      <a:pt x="6562" y="5746"/>
                      <a:pt x="3977" y="6610"/>
                    </a:cubicBezTo>
                    <a:cubicBezTo>
                      <a:pt x="2417" y="7134"/>
                      <a:pt x="1179" y="7801"/>
                      <a:pt x="0" y="8515"/>
                    </a:cubicBezTo>
                    <a:lnTo>
                      <a:pt x="53983" y="8515"/>
                    </a:lnTo>
                    <a:lnTo>
                      <a:pt x="53983" y="1574"/>
                    </a:lnTo>
                    <a:cubicBezTo>
                      <a:pt x="51696" y="973"/>
                      <a:pt x="49211" y="1"/>
                      <a:pt x="466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 flipH="1">
                <a:off x="0" y="2812272"/>
                <a:ext cx="6259850" cy="671699"/>
              </a:xfrm>
              <a:custGeom>
                <a:avLst/>
                <a:gdLst/>
                <a:ahLst/>
                <a:cxnLst/>
                <a:rect l="l" t="t" r="r" b="b"/>
                <a:pathLst>
                  <a:path w="53984" h="8516" extrusionOk="0">
                    <a:moveTo>
                      <a:pt x="46657" y="1"/>
                    </a:moveTo>
                    <a:cubicBezTo>
                      <a:pt x="46074" y="1"/>
                      <a:pt x="45488" y="51"/>
                      <a:pt x="44899" y="169"/>
                    </a:cubicBezTo>
                    <a:cubicBezTo>
                      <a:pt x="43542" y="431"/>
                      <a:pt x="42387" y="1407"/>
                      <a:pt x="41470" y="2038"/>
                    </a:cubicBezTo>
                    <a:cubicBezTo>
                      <a:pt x="39232" y="3574"/>
                      <a:pt x="37029" y="4872"/>
                      <a:pt x="33612" y="5336"/>
                    </a:cubicBezTo>
                    <a:cubicBezTo>
                      <a:pt x="32989" y="5416"/>
                      <a:pt x="32472" y="5460"/>
                      <a:pt x="31980" y="5460"/>
                    </a:cubicBezTo>
                    <a:cubicBezTo>
                      <a:pt x="31371" y="5460"/>
                      <a:pt x="30802" y="5392"/>
                      <a:pt x="30123" y="5241"/>
                    </a:cubicBezTo>
                    <a:cubicBezTo>
                      <a:pt x="29750" y="5162"/>
                      <a:pt x="28846" y="5072"/>
                      <a:pt x="27839" y="5072"/>
                    </a:cubicBezTo>
                    <a:cubicBezTo>
                      <a:pt x="26724" y="5072"/>
                      <a:pt x="25482" y="5182"/>
                      <a:pt x="24694" y="5538"/>
                    </a:cubicBezTo>
                    <a:cubicBezTo>
                      <a:pt x="23539" y="6071"/>
                      <a:pt x="22016" y="6265"/>
                      <a:pt x="20469" y="6265"/>
                    </a:cubicBezTo>
                    <a:cubicBezTo>
                      <a:pt x="19146" y="6265"/>
                      <a:pt x="17804" y="6123"/>
                      <a:pt x="16657" y="5931"/>
                    </a:cubicBezTo>
                    <a:cubicBezTo>
                      <a:pt x="14636" y="5589"/>
                      <a:pt x="12849" y="5387"/>
                      <a:pt x="11110" y="5387"/>
                    </a:cubicBezTo>
                    <a:cubicBezTo>
                      <a:pt x="8793" y="5387"/>
                      <a:pt x="6562" y="5746"/>
                      <a:pt x="3977" y="6610"/>
                    </a:cubicBezTo>
                    <a:cubicBezTo>
                      <a:pt x="2417" y="7134"/>
                      <a:pt x="1179" y="7801"/>
                      <a:pt x="0" y="8515"/>
                    </a:cubicBezTo>
                    <a:lnTo>
                      <a:pt x="53983" y="8515"/>
                    </a:lnTo>
                    <a:lnTo>
                      <a:pt x="53983" y="1574"/>
                    </a:lnTo>
                    <a:cubicBezTo>
                      <a:pt x="51696" y="973"/>
                      <a:pt x="49211" y="1"/>
                      <a:pt x="466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0" name="Google Shape;580;p13"/>
          <p:cNvSpPr/>
          <p:nvPr/>
        </p:nvSpPr>
        <p:spPr>
          <a:xfrm>
            <a:off x="6375325" y="687700"/>
            <a:ext cx="1353404" cy="313626"/>
          </a:xfrm>
          <a:custGeom>
            <a:avLst/>
            <a:gdLst/>
            <a:ahLst/>
            <a:cxnLst/>
            <a:rect l="l" t="t" r="r" b="b"/>
            <a:pathLst>
              <a:path w="28779" h="6669" extrusionOk="0">
                <a:moveTo>
                  <a:pt x="13951" y="1"/>
                </a:moveTo>
                <a:cubicBezTo>
                  <a:pt x="13574" y="1"/>
                  <a:pt x="13197" y="32"/>
                  <a:pt x="12824" y="96"/>
                </a:cubicBezTo>
                <a:cubicBezTo>
                  <a:pt x="11859" y="239"/>
                  <a:pt x="10955" y="608"/>
                  <a:pt x="10085" y="1072"/>
                </a:cubicBezTo>
                <a:cubicBezTo>
                  <a:pt x="8633" y="1858"/>
                  <a:pt x="7466" y="2799"/>
                  <a:pt x="6692" y="4263"/>
                </a:cubicBezTo>
                <a:cubicBezTo>
                  <a:pt x="5961" y="3714"/>
                  <a:pt x="5054" y="3419"/>
                  <a:pt x="4155" y="3419"/>
                </a:cubicBezTo>
                <a:cubicBezTo>
                  <a:pt x="3883" y="3419"/>
                  <a:pt x="3612" y="3446"/>
                  <a:pt x="3346" y="3501"/>
                </a:cubicBezTo>
                <a:cubicBezTo>
                  <a:pt x="2203" y="3739"/>
                  <a:pt x="1156" y="4501"/>
                  <a:pt x="584" y="5525"/>
                </a:cubicBezTo>
                <a:cubicBezTo>
                  <a:pt x="406" y="5835"/>
                  <a:pt x="167" y="6263"/>
                  <a:pt x="1" y="6668"/>
                </a:cubicBezTo>
                <a:lnTo>
                  <a:pt x="28778" y="6668"/>
                </a:lnTo>
                <a:cubicBezTo>
                  <a:pt x="28659" y="5716"/>
                  <a:pt x="28028" y="4846"/>
                  <a:pt x="27207" y="4299"/>
                </a:cubicBezTo>
                <a:cubicBezTo>
                  <a:pt x="26314" y="3727"/>
                  <a:pt x="25218" y="3501"/>
                  <a:pt x="24170" y="3489"/>
                </a:cubicBezTo>
                <a:cubicBezTo>
                  <a:pt x="24143" y="3489"/>
                  <a:pt x="24115" y="3489"/>
                  <a:pt x="24088" y="3489"/>
                </a:cubicBezTo>
                <a:cubicBezTo>
                  <a:pt x="22794" y="3489"/>
                  <a:pt x="21502" y="3763"/>
                  <a:pt x="20325" y="4334"/>
                </a:cubicBezTo>
                <a:cubicBezTo>
                  <a:pt x="19765" y="2894"/>
                  <a:pt x="18682" y="1644"/>
                  <a:pt x="17324" y="882"/>
                </a:cubicBezTo>
                <a:cubicBezTo>
                  <a:pt x="16297" y="305"/>
                  <a:pt x="15126" y="1"/>
                  <a:pt x="139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-158975" y="337400"/>
            <a:ext cx="1002419" cy="201996"/>
          </a:xfrm>
          <a:custGeom>
            <a:avLst/>
            <a:gdLst/>
            <a:ahLst/>
            <a:cxnLst/>
            <a:rect l="l" t="t" r="r" b="b"/>
            <a:pathLst>
              <a:path w="18182" h="3664" extrusionOk="0">
                <a:moveTo>
                  <a:pt x="5986" y="1"/>
                </a:moveTo>
                <a:cubicBezTo>
                  <a:pt x="5760" y="1"/>
                  <a:pt x="5535" y="15"/>
                  <a:pt x="5310" y="44"/>
                </a:cubicBezTo>
                <a:cubicBezTo>
                  <a:pt x="3239" y="318"/>
                  <a:pt x="1346" y="1711"/>
                  <a:pt x="0" y="3664"/>
                </a:cubicBezTo>
                <a:lnTo>
                  <a:pt x="18181" y="3664"/>
                </a:lnTo>
                <a:cubicBezTo>
                  <a:pt x="17514" y="2878"/>
                  <a:pt x="16621" y="2366"/>
                  <a:pt x="15716" y="2247"/>
                </a:cubicBezTo>
                <a:cubicBezTo>
                  <a:pt x="15503" y="2214"/>
                  <a:pt x="15288" y="2198"/>
                  <a:pt x="15073" y="2198"/>
                </a:cubicBezTo>
                <a:cubicBezTo>
                  <a:pt x="13796" y="2198"/>
                  <a:pt x="12503" y="2752"/>
                  <a:pt x="11454" y="3628"/>
                </a:cubicBezTo>
                <a:cubicBezTo>
                  <a:pt x="10354" y="1331"/>
                  <a:pt x="8160" y="1"/>
                  <a:pt x="59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3"/>
          <p:cNvSpPr/>
          <p:nvPr/>
        </p:nvSpPr>
        <p:spPr>
          <a:xfrm>
            <a:off x="7809800" y="282675"/>
            <a:ext cx="1002419" cy="201996"/>
          </a:xfrm>
          <a:custGeom>
            <a:avLst/>
            <a:gdLst/>
            <a:ahLst/>
            <a:cxnLst/>
            <a:rect l="l" t="t" r="r" b="b"/>
            <a:pathLst>
              <a:path w="18182" h="3664" extrusionOk="0">
                <a:moveTo>
                  <a:pt x="5986" y="1"/>
                </a:moveTo>
                <a:cubicBezTo>
                  <a:pt x="5760" y="1"/>
                  <a:pt x="5535" y="15"/>
                  <a:pt x="5310" y="44"/>
                </a:cubicBezTo>
                <a:cubicBezTo>
                  <a:pt x="3239" y="318"/>
                  <a:pt x="1346" y="1711"/>
                  <a:pt x="0" y="3664"/>
                </a:cubicBezTo>
                <a:lnTo>
                  <a:pt x="18181" y="3664"/>
                </a:lnTo>
                <a:cubicBezTo>
                  <a:pt x="17514" y="2878"/>
                  <a:pt x="16621" y="2366"/>
                  <a:pt x="15716" y="2247"/>
                </a:cubicBezTo>
                <a:cubicBezTo>
                  <a:pt x="15503" y="2214"/>
                  <a:pt x="15288" y="2198"/>
                  <a:pt x="15073" y="2198"/>
                </a:cubicBezTo>
                <a:cubicBezTo>
                  <a:pt x="13796" y="2198"/>
                  <a:pt x="12503" y="2752"/>
                  <a:pt x="11454" y="3628"/>
                </a:cubicBezTo>
                <a:cubicBezTo>
                  <a:pt x="10354" y="1331"/>
                  <a:pt x="8160" y="1"/>
                  <a:pt x="59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3"/>
          <p:cNvSpPr/>
          <p:nvPr/>
        </p:nvSpPr>
        <p:spPr>
          <a:xfrm rot="9900062">
            <a:off x="-213938" y="3739051"/>
            <a:ext cx="1170928" cy="991167"/>
          </a:xfrm>
          <a:custGeom>
            <a:avLst/>
            <a:gdLst/>
            <a:ahLst/>
            <a:cxnLst/>
            <a:rect l="l" t="t" r="r" b="b"/>
            <a:pathLst>
              <a:path w="29768" h="25198" extrusionOk="0">
                <a:moveTo>
                  <a:pt x="28706" y="0"/>
                </a:moveTo>
                <a:cubicBezTo>
                  <a:pt x="28706" y="0"/>
                  <a:pt x="28683" y="107"/>
                  <a:pt x="28647" y="286"/>
                </a:cubicBezTo>
                <a:cubicBezTo>
                  <a:pt x="28635" y="369"/>
                  <a:pt x="28611" y="488"/>
                  <a:pt x="28575" y="631"/>
                </a:cubicBezTo>
                <a:cubicBezTo>
                  <a:pt x="28552" y="762"/>
                  <a:pt x="28516" y="905"/>
                  <a:pt x="28456" y="1072"/>
                </a:cubicBezTo>
                <a:cubicBezTo>
                  <a:pt x="28397" y="1238"/>
                  <a:pt x="28337" y="1429"/>
                  <a:pt x="28278" y="1619"/>
                </a:cubicBezTo>
                <a:cubicBezTo>
                  <a:pt x="28218" y="1834"/>
                  <a:pt x="28111" y="2036"/>
                  <a:pt x="28028" y="2262"/>
                </a:cubicBezTo>
                <a:cubicBezTo>
                  <a:pt x="27980" y="2369"/>
                  <a:pt x="27933" y="2477"/>
                  <a:pt x="27897" y="2596"/>
                </a:cubicBezTo>
                <a:cubicBezTo>
                  <a:pt x="26399" y="2354"/>
                  <a:pt x="20976" y="1508"/>
                  <a:pt x="18281" y="1508"/>
                </a:cubicBezTo>
                <a:cubicBezTo>
                  <a:pt x="17119" y="1508"/>
                  <a:pt x="16464" y="1665"/>
                  <a:pt x="16848" y="2096"/>
                </a:cubicBezTo>
                <a:cubicBezTo>
                  <a:pt x="17861" y="3230"/>
                  <a:pt x="22903" y="3406"/>
                  <a:pt x="25750" y="3406"/>
                </a:cubicBezTo>
                <a:cubicBezTo>
                  <a:pt x="26550" y="3406"/>
                  <a:pt x="27176" y="3392"/>
                  <a:pt x="27492" y="3381"/>
                </a:cubicBezTo>
                <a:lnTo>
                  <a:pt x="27492" y="3381"/>
                </a:lnTo>
                <a:cubicBezTo>
                  <a:pt x="27432" y="3501"/>
                  <a:pt x="27361" y="3620"/>
                  <a:pt x="27278" y="3739"/>
                </a:cubicBezTo>
                <a:cubicBezTo>
                  <a:pt x="27123" y="4001"/>
                  <a:pt x="26968" y="4286"/>
                  <a:pt x="26778" y="4560"/>
                </a:cubicBezTo>
                <a:cubicBezTo>
                  <a:pt x="26587" y="4822"/>
                  <a:pt x="26409" y="5120"/>
                  <a:pt x="26182" y="5394"/>
                </a:cubicBezTo>
                <a:cubicBezTo>
                  <a:pt x="25968" y="5667"/>
                  <a:pt x="25754" y="5965"/>
                  <a:pt x="25516" y="6239"/>
                </a:cubicBezTo>
                <a:cubicBezTo>
                  <a:pt x="25397" y="6382"/>
                  <a:pt x="25277" y="6525"/>
                  <a:pt x="25158" y="6668"/>
                </a:cubicBezTo>
                <a:cubicBezTo>
                  <a:pt x="25039" y="6822"/>
                  <a:pt x="24896" y="6953"/>
                  <a:pt x="24765" y="7096"/>
                </a:cubicBezTo>
                <a:cubicBezTo>
                  <a:pt x="24658" y="7215"/>
                  <a:pt x="24563" y="7334"/>
                  <a:pt x="24444" y="7453"/>
                </a:cubicBezTo>
                <a:cubicBezTo>
                  <a:pt x="22451" y="7037"/>
                  <a:pt x="16306" y="5777"/>
                  <a:pt x="13663" y="5777"/>
                </a:cubicBezTo>
                <a:cubicBezTo>
                  <a:pt x="12753" y="5777"/>
                  <a:pt x="12258" y="5926"/>
                  <a:pt x="12490" y="6310"/>
                </a:cubicBezTo>
                <a:cubicBezTo>
                  <a:pt x="13383" y="7787"/>
                  <a:pt x="21360" y="8096"/>
                  <a:pt x="23742" y="8156"/>
                </a:cubicBezTo>
                <a:cubicBezTo>
                  <a:pt x="23515" y="8382"/>
                  <a:pt x="23289" y="8584"/>
                  <a:pt x="23075" y="8799"/>
                </a:cubicBezTo>
                <a:cubicBezTo>
                  <a:pt x="22777" y="9085"/>
                  <a:pt x="22456" y="9346"/>
                  <a:pt x="22158" y="9632"/>
                </a:cubicBezTo>
                <a:cubicBezTo>
                  <a:pt x="21848" y="9894"/>
                  <a:pt x="21539" y="10168"/>
                  <a:pt x="21206" y="10430"/>
                </a:cubicBezTo>
                <a:cubicBezTo>
                  <a:pt x="20717" y="10835"/>
                  <a:pt x="20217" y="11228"/>
                  <a:pt x="19705" y="11597"/>
                </a:cubicBezTo>
                <a:cubicBezTo>
                  <a:pt x="18173" y="10937"/>
                  <a:pt x="11342" y="8009"/>
                  <a:pt x="9539" y="8009"/>
                </a:cubicBezTo>
                <a:cubicBezTo>
                  <a:pt x="9030" y="8009"/>
                  <a:pt x="8921" y="8242"/>
                  <a:pt x="9442" y="8823"/>
                </a:cubicBezTo>
                <a:cubicBezTo>
                  <a:pt x="11204" y="10811"/>
                  <a:pt x="17372" y="11894"/>
                  <a:pt x="18979" y="12144"/>
                </a:cubicBezTo>
                <a:cubicBezTo>
                  <a:pt x="18408" y="12561"/>
                  <a:pt x="17836" y="12954"/>
                  <a:pt x="17276" y="13335"/>
                </a:cubicBezTo>
                <a:cubicBezTo>
                  <a:pt x="16824" y="13645"/>
                  <a:pt x="16372" y="13930"/>
                  <a:pt x="15931" y="14204"/>
                </a:cubicBezTo>
                <a:cubicBezTo>
                  <a:pt x="14714" y="13877"/>
                  <a:pt x="8313" y="12201"/>
                  <a:pt x="6010" y="12201"/>
                </a:cubicBezTo>
                <a:cubicBezTo>
                  <a:pt x="5385" y="12201"/>
                  <a:pt x="5062" y="12325"/>
                  <a:pt x="5227" y="12633"/>
                </a:cubicBezTo>
                <a:cubicBezTo>
                  <a:pt x="5954" y="13990"/>
                  <a:pt x="13276" y="14585"/>
                  <a:pt x="15121" y="14704"/>
                </a:cubicBezTo>
                <a:cubicBezTo>
                  <a:pt x="14598" y="15014"/>
                  <a:pt x="14109" y="15312"/>
                  <a:pt x="13645" y="15573"/>
                </a:cubicBezTo>
                <a:cubicBezTo>
                  <a:pt x="12562" y="16193"/>
                  <a:pt x="11645" y="16681"/>
                  <a:pt x="10990" y="17014"/>
                </a:cubicBezTo>
                <a:cubicBezTo>
                  <a:pt x="9274" y="16537"/>
                  <a:pt x="4757" y="15316"/>
                  <a:pt x="3092" y="15316"/>
                </a:cubicBezTo>
                <a:cubicBezTo>
                  <a:pt x="2469" y="15316"/>
                  <a:pt x="2245" y="15487"/>
                  <a:pt x="2715" y="15931"/>
                </a:cubicBezTo>
                <a:cubicBezTo>
                  <a:pt x="4356" y="17469"/>
                  <a:pt x="8286" y="17610"/>
                  <a:pt x="9787" y="17610"/>
                </a:cubicBezTo>
                <a:cubicBezTo>
                  <a:pt x="9865" y="17610"/>
                  <a:pt x="9937" y="17610"/>
                  <a:pt x="10002" y="17609"/>
                </a:cubicBezTo>
                <a:lnTo>
                  <a:pt x="10061" y="17728"/>
                </a:lnTo>
                <a:cubicBezTo>
                  <a:pt x="8311" y="18443"/>
                  <a:pt x="0" y="21848"/>
                  <a:pt x="1382" y="22265"/>
                </a:cubicBezTo>
                <a:cubicBezTo>
                  <a:pt x="1598" y="22330"/>
                  <a:pt x="1836" y="22360"/>
                  <a:pt x="2092" y="22360"/>
                </a:cubicBezTo>
                <a:cubicBezTo>
                  <a:pt x="5099" y="22360"/>
                  <a:pt x="10490" y="18193"/>
                  <a:pt x="10490" y="18193"/>
                </a:cubicBezTo>
                <a:lnTo>
                  <a:pt x="10490" y="18193"/>
                </a:lnTo>
                <a:cubicBezTo>
                  <a:pt x="10490" y="18193"/>
                  <a:pt x="7895" y="25197"/>
                  <a:pt x="9271" y="25197"/>
                </a:cubicBezTo>
                <a:cubicBezTo>
                  <a:pt x="9406" y="25197"/>
                  <a:pt x="9580" y="25129"/>
                  <a:pt x="9799" y="24979"/>
                </a:cubicBezTo>
                <a:cubicBezTo>
                  <a:pt x="10752" y="24325"/>
                  <a:pt x="11597" y="17657"/>
                  <a:pt x="11657" y="17216"/>
                </a:cubicBezTo>
                <a:cubicBezTo>
                  <a:pt x="12264" y="16907"/>
                  <a:pt x="13026" y="16502"/>
                  <a:pt x="13907" y="16026"/>
                </a:cubicBezTo>
                <a:cubicBezTo>
                  <a:pt x="14348" y="15776"/>
                  <a:pt x="14824" y="15514"/>
                  <a:pt x="15336" y="15216"/>
                </a:cubicBezTo>
                <a:lnTo>
                  <a:pt x="15336" y="15216"/>
                </a:lnTo>
                <a:cubicBezTo>
                  <a:pt x="14228" y="18026"/>
                  <a:pt x="12966" y="24098"/>
                  <a:pt x="13978" y="24444"/>
                </a:cubicBezTo>
                <a:cubicBezTo>
                  <a:pt x="13997" y="24450"/>
                  <a:pt x="14015" y="24452"/>
                  <a:pt x="14033" y="24452"/>
                </a:cubicBezTo>
                <a:cubicBezTo>
                  <a:pt x="14954" y="24452"/>
                  <a:pt x="15852" y="16842"/>
                  <a:pt x="16074" y="14764"/>
                </a:cubicBezTo>
                <a:cubicBezTo>
                  <a:pt x="16562" y="14466"/>
                  <a:pt x="17074" y="14157"/>
                  <a:pt x="17598" y="13811"/>
                </a:cubicBezTo>
                <a:cubicBezTo>
                  <a:pt x="18086" y="13490"/>
                  <a:pt x="18586" y="13156"/>
                  <a:pt x="19098" y="12799"/>
                </a:cubicBezTo>
                <a:lnTo>
                  <a:pt x="19098" y="12799"/>
                </a:lnTo>
                <a:cubicBezTo>
                  <a:pt x="18205" y="14811"/>
                  <a:pt x="15479" y="21241"/>
                  <a:pt x="17145" y="21681"/>
                </a:cubicBezTo>
                <a:cubicBezTo>
                  <a:pt x="17194" y="21694"/>
                  <a:pt x="17243" y="21701"/>
                  <a:pt x="17290" y="21701"/>
                </a:cubicBezTo>
                <a:cubicBezTo>
                  <a:pt x="18934" y="21701"/>
                  <a:pt x="19783" y="14101"/>
                  <a:pt x="19991" y="12180"/>
                </a:cubicBezTo>
                <a:cubicBezTo>
                  <a:pt x="20539" y="11775"/>
                  <a:pt x="21086" y="11359"/>
                  <a:pt x="21622" y="10942"/>
                </a:cubicBezTo>
                <a:lnTo>
                  <a:pt x="22610" y="10132"/>
                </a:lnTo>
                <a:cubicBezTo>
                  <a:pt x="22920" y="9858"/>
                  <a:pt x="23253" y="9585"/>
                  <a:pt x="23551" y="9299"/>
                </a:cubicBezTo>
                <a:lnTo>
                  <a:pt x="24265" y="8632"/>
                </a:lnTo>
                <a:lnTo>
                  <a:pt x="24265" y="8632"/>
                </a:lnTo>
                <a:cubicBezTo>
                  <a:pt x="23134" y="11859"/>
                  <a:pt x="21968" y="19050"/>
                  <a:pt x="23158" y="19383"/>
                </a:cubicBezTo>
                <a:cubicBezTo>
                  <a:pt x="23176" y="19388"/>
                  <a:pt x="23194" y="19391"/>
                  <a:pt x="23212" y="19391"/>
                </a:cubicBezTo>
                <a:cubicBezTo>
                  <a:pt x="24345" y="19391"/>
                  <a:pt x="24981" y="9417"/>
                  <a:pt x="25075" y="7811"/>
                </a:cubicBezTo>
                <a:cubicBezTo>
                  <a:pt x="25158" y="7739"/>
                  <a:pt x="25230" y="7668"/>
                  <a:pt x="25289" y="7596"/>
                </a:cubicBezTo>
                <a:cubicBezTo>
                  <a:pt x="25420" y="7441"/>
                  <a:pt x="25551" y="7311"/>
                  <a:pt x="25694" y="7156"/>
                </a:cubicBezTo>
                <a:cubicBezTo>
                  <a:pt x="25825" y="7013"/>
                  <a:pt x="25944" y="6858"/>
                  <a:pt x="26063" y="6715"/>
                </a:cubicBezTo>
                <a:cubicBezTo>
                  <a:pt x="26313" y="6429"/>
                  <a:pt x="26540" y="6132"/>
                  <a:pt x="26766" y="5834"/>
                </a:cubicBezTo>
                <a:cubicBezTo>
                  <a:pt x="27004" y="5548"/>
                  <a:pt x="27194" y="5251"/>
                  <a:pt x="27385" y="4977"/>
                </a:cubicBezTo>
                <a:cubicBezTo>
                  <a:pt x="27432" y="4917"/>
                  <a:pt x="27480" y="4858"/>
                  <a:pt x="27516" y="4774"/>
                </a:cubicBezTo>
                <a:lnTo>
                  <a:pt x="27516" y="4774"/>
                </a:lnTo>
                <a:cubicBezTo>
                  <a:pt x="27135" y="8584"/>
                  <a:pt x="27397" y="15109"/>
                  <a:pt x="28611" y="15216"/>
                </a:cubicBezTo>
                <a:cubicBezTo>
                  <a:pt x="28617" y="15217"/>
                  <a:pt x="28623" y="15217"/>
                  <a:pt x="28629" y="15217"/>
                </a:cubicBezTo>
                <a:cubicBezTo>
                  <a:pt x="29767" y="15217"/>
                  <a:pt x="28705" y="5940"/>
                  <a:pt x="28385" y="3322"/>
                </a:cubicBezTo>
                <a:lnTo>
                  <a:pt x="28385" y="3310"/>
                </a:lnTo>
                <a:cubicBezTo>
                  <a:pt x="28456" y="3167"/>
                  <a:pt x="28516" y="3048"/>
                  <a:pt x="28575" y="2917"/>
                </a:cubicBezTo>
                <a:cubicBezTo>
                  <a:pt x="28635" y="2786"/>
                  <a:pt x="28683" y="2667"/>
                  <a:pt x="28742" y="2548"/>
                </a:cubicBezTo>
                <a:cubicBezTo>
                  <a:pt x="28849" y="2310"/>
                  <a:pt x="28945" y="2084"/>
                  <a:pt x="29028" y="1857"/>
                </a:cubicBezTo>
                <a:cubicBezTo>
                  <a:pt x="29099" y="1643"/>
                  <a:pt x="29171" y="1441"/>
                  <a:pt x="29230" y="1262"/>
                </a:cubicBezTo>
                <a:cubicBezTo>
                  <a:pt x="29290" y="1084"/>
                  <a:pt x="29337" y="929"/>
                  <a:pt x="29361" y="774"/>
                </a:cubicBezTo>
                <a:cubicBezTo>
                  <a:pt x="29397" y="631"/>
                  <a:pt x="29421" y="512"/>
                  <a:pt x="29457" y="405"/>
                </a:cubicBezTo>
                <a:cubicBezTo>
                  <a:pt x="29504" y="214"/>
                  <a:pt x="29528" y="107"/>
                  <a:pt x="29528" y="107"/>
                </a:cubicBezTo>
                <a:lnTo>
                  <a:pt x="287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4" name="Google Shape;584;p13"/>
          <p:cNvGrpSpPr/>
          <p:nvPr/>
        </p:nvGrpSpPr>
        <p:grpSpPr>
          <a:xfrm>
            <a:off x="8046694" y="3649772"/>
            <a:ext cx="1377525" cy="1087989"/>
            <a:chOff x="4513350" y="1013350"/>
            <a:chExt cx="788825" cy="623025"/>
          </a:xfrm>
        </p:grpSpPr>
        <p:sp>
          <p:nvSpPr>
            <p:cNvPr id="585" name="Google Shape;585;p13"/>
            <p:cNvSpPr/>
            <p:nvPr/>
          </p:nvSpPr>
          <p:spPr>
            <a:xfrm>
              <a:off x="4592525" y="1216500"/>
              <a:ext cx="222075" cy="37900"/>
            </a:xfrm>
            <a:custGeom>
              <a:avLst/>
              <a:gdLst/>
              <a:ahLst/>
              <a:cxnLst/>
              <a:rect l="l" t="t" r="r" b="b"/>
              <a:pathLst>
                <a:path w="8883" h="1516" extrusionOk="0">
                  <a:moveTo>
                    <a:pt x="5216" y="0"/>
                  </a:moveTo>
                  <a:cubicBezTo>
                    <a:pt x="2184" y="0"/>
                    <a:pt x="1" y="1209"/>
                    <a:pt x="1" y="1209"/>
                  </a:cubicBezTo>
                  <a:cubicBezTo>
                    <a:pt x="708" y="1431"/>
                    <a:pt x="1576" y="1516"/>
                    <a:pt x="2489" y="1516"/>
                  </a:cubicBezTo>
                  <a:cubicBezTo>
                    <a:pt x="5448" y="1516"/>
                    <a:pt x="8883" y="626"/>
                    <a:pt x="8883" y="626"/>
                  </a:cubicBezTo>
                  <a:cubicBezTo>
                    <a:pt x="7589" y="167"/>
                    <a:pt x="6344" y="0"/>
                    <a:pt x="5216" y="0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4702350" y="1273800"/>
              <a:ext cx="169700" cy="126825"/>
            </a:xfrm>
            <a:custGeom>
              <a:avLst/>
              <a:gdLst/>
              <a:ahLst/>
              <a:cxnLst/>
              <a:rect l="l" t="t" r="r" b="b"/>
              <a:pathLst>
                <a:path w="6788" h="5073" extrusionOk="0">
                  <a:moveTo>
                    <a:pt x="6788" y="0"/>
                  </a:moveTo>
                  <a:lnTo>
                    <a:pt x="6788" y="0"/>
                  </a:lnTo>
                  <a:cubicBezTo>
                    <a:pt x="1501" y="2417"/>
                    <a:pt x="1" y="5072"/>
                    <a:pt x="1" y="5072"/>
                  </a:cubicBezTo>
                  <a:cubicBezTo>
                    <a:pt x="3835" y="4894"/>
                    <a:pt x="6787" y="1"/>
                    <a:pt x="6788" y="0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4729450" y="1319350"/>
              <a:ext cx="215825" cy="139925"/>
            </a:xfrm>
            <a:custGeom>
              <a:avLst/>
              <a:gdLst/>
              <a:ahLst/>
              <a:cxnLst/>
              <a:rect l="l" t="t" r="r" b="b"/>
              <a:pathLst>
                <a:path w="8633" h="5597" extrusionOk="0">
                  <a:moveTo>
                    <a:pt x="8632" y="0"/>
                  </a:moveTo>
                  <a:cubicBezTo>
                    <a:pt x="8632" y="0"/>
                    <a:pt x="8632" y="0"/>
                    <a:pt x="8632" y="0"/>
                  </a:cubicBezTo>
                  <a:lnTo>
                    <a:pt x="8632" y="0"/>
                  </a:lnTo>
                  <a:cubicBezTo>
                    <a:pt x="8632" y="0"/>
                    <a:pt x="8632" y="0"/>
                    <a:pt x="8632" y="0"/>
                  </a:cubicBezTo>
                  <a:close/>
                  <a:moveTo>
                    <a:pt x="8632" y="0"/>
                  </a:moveTo>
                  <a:cubicBezTo>
                    <a:pt x="8608" y="10"/>
                    <a:pt x="1568" y="1986"/>
                    <a:pt x="0" y="5596"/>
                  </a:cubicBezTo>
                  <a:cubicBezTo>
                    <a:pt x="0" y="5596"/>
                    <a:pt x="4132" y="3715"/>
                    <a:pt x="8632" y="0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4792550" y="1343150"/>
              <a:ext cx="211075" cy="194100"/>
            </a:xfrm>
            <a:custGeom>
              <a:avLst/>
              <a:gdLst/>
              <a:ahLst/>
              <a:cxnLst/>
              <a:rect l="l" t="t" r="r" b="b"/>
              <a:pathLst>
                <a:path w="8443" h="7764" extrusionOk="0">
                  <a:moveTo>
                    <a:pt x="8442" y="1"/>
                  </a:moveTo>
                  <a:lnTo>
                    <a:pt x="8442" y="1"/>
                  </a:lnTo>
                  <a:cubicBezTo>
                    <a:pt x="3346" y="1167"/>
                    <a:pt x="1" y="7763"/>
                    <a:pt x="1" y="7763"/>
                  </a:cubicBezTo>
                  <a:cubicBezTo>
                    <a:pt x="3799" y="6454"/>
                    <a:pt x="8442" y="1"/>
                    <a:pt x="8442" y="1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4513350" y="1013350"/>
              <a:ext cx="788825" cy="623025"/>
            </a:xfrm>
            <a:custGeom>
              <a:avLst/>
              <a:gdLst/>
              <a:ahLst/>
              <a:cxnLst/>
              <a:rect l="l" t="t" r="r" b="b"/>
              <a:pathLst>
                <a:path w="31553" h="24921" extrusionOk="0">
                  <a:moveTo>
                    <a:pt x="7406" y="0"/>
                  </a:moveTo>
                  <a:cubicBezTo>
                    <a:pt x="6763" y="4584"/>
                    <a:pt x="10871" y="7680"/>
                    <a:pt x="11633" y="8204"/>
                  </a:cubicBezTo>
                  <a:cubicBezTo>
                    <a:pt x="11454" y="8144"/>
                    <a:pt x="11276" y="8073"/>
                    <a:pt x="11109" y="8013"/>
                  </a:cubicBezTo>
                  <a:cubicBezTo>
                    <a:pt x="10978" y="7966"/>
                    <a:pt x="10847" y="7918"/>
                    <a:pt x="10716" y="7894"/>
                  </a:cubicBezTo>
                  <a:lnTo>
                    <a:pt x="10573" y="7811"/>
                  </a:lnTo>
                  <a:cubicBezTo>
                    <a:pt x="7109" y="4954"/>
                    <a:pt x="1" y="953"/>
                    <a:pt x="0" y="953"/>
                  </a:cubicBezTo>
                  <a:lnTo>
                    <a:pt x="0" y="953"/>
                  </a:lnTo>
                  <a:cubicBezTo>
                    <a:pt x="1810" y="5537"/>
                    <a:pt x="6728" y="7085"/>
                    <a:pt x="9323" y="7692"/>
                  </a:cubicBezTo>
                  <a:lnTo>
                    <a:pt x="9311" y="7728"/>
                  </a:lnTo>
                  <a:cubicBezTo>
                    <a:pt x="9311" y="7728"/>
                    <a:pt x="9716" y="7859"/>
                    <a:pt x="10430" y="8085"/>
                  </a:cubicBezTo>
                  <a:cubicBezTo>
                    <a:pt x="10609" y="8144"/>
                    <a:pt x="10799" y="8204"/>
                    <a:pt x="11026" y="8275"/>
                  </a:cubicBezTo>
                  <a:cubicBezTo>
                    <a:pt x="11228" y="8371"/>
                    <a:pt x="11454" y="8442"/>
                    <a:pt x="11692" y="8549"/>
                  </a:cubicBezTo>
                  <a:cubicBezTo>
                    <a:pt x="11931" y="8633"/>
                    <a:pt x="12181" y="8740"/>
                    <a:pt x="12454" y="8847"/>
                  </a:cubicBezTo>
                  <a:cubicBezTo>
                    <a:pt x="12585" y="8906"/>
                    <a:pt x="12740" y="8966"/>
                    <a:pt x="12871" y="9037"/>
                  </a:cubicBezTo>
                  <a:cubicBezTo>
                    <a:pt x="8454" y="9716"/>
                    <a:pt x="6013" y="12907"/>
                    <a:pt x="6013" y="12907"/>
                  </a:cubicBezTo>
                  <a:cubicBezTo>
                    <a:pt x="10359" y="11954"/>
                    <a:pt x="12573" y="9680"/>
                    <a:pt x="13050" y="9121"/>
                  </a:cubicBezTo>
                  <a:cubicBezTo>
                    <a:pt x="13121" y="9156"/>
                    <a:pt x="13193" y="9204"/>
                    <a:pt x="13288" y="9228"/>
                  </a:cubicBezTo>
                  <a:cubicBezTo>
                    <a:pt x="13431" y="9299"/>
                    <a:pt x="13586" y="9359"/>
                    <a:pt x="13728" y="9442"/>
                  </a:cubicBezTo>
                  <a:cubicBezTo>
                    <a:pt x="13883" y="9514"/>
                    <a:pt x="14050" y="9573"/>
                    <a:pt x="14193" y="9656"/>
                  </a:cubicBezTo>
                  <a:cubicBezTo>
                    <a:pt x="14490" y="9823"/>
                    <a:pt x="14800" y="9990"/>
                    <a:pt x="15133" y="10168"/>
                  </a:cubicBezTo>
                  <a:cubicBezTo>
                    <a:pt x="15300" y="10252"/>
                    <a:pt x="15455" y="10335"/>
                    <a:pt x="15621" y="10430"/>
                  </a:cubicBezTo>
                  <a:cubicBezTo>
                    <a:pt x="15788" y="10537"/>
                    <a:pt x="15955" y="10633"/>
                    <a:pt x="16110" y="10728"/>
                  </a:cubicBezTo>
                  <a:cubicBezTo>
                    <a:pt x="16276" y="10835"/>
                    <a:pt x="16443" y="10942"/>
                    <a:pt x="16598" y="11026"/>
                  </a:cubicBezTo>
                  <a:cubicBezTo>
                    <a:pt x="16764" y="11133"/>
                    <a:pt x="16943" y="11228"/>
                    <a:pt x="17110" y="11347"/>
                  </a:cubicBezTo>
                  <a:cubicBezTo>
                    <a:pt x="17443" y="11561"/>
                    <a:pt x="17777" y="11788"/>
                    <a:pt x="18110" y="12026"/>
                  </a:cubicBezTo>
                  <a:cubicBezTo>
                    <a:pt x="18193" y="12085"/>
                    <a:pt x="18277" y="12145"/>
                    <a:pt x="18360" y="12204"/>
                  </a:cubicBezTo>
                  <a:lnTo>
                    <a:pt x="18610" y="12395"/>
                  </a:lnTo>
                  <a:cubicBezTo>
                    <a:pt x="18777" y="12514"/>
                    <a:pt x="18943" y="12657"/>
                    <a:pt x="19122" y="12776"/>
                  </a:cubicBezTo>
                  <a:cubicBezTo>
                    <a:pt x="19289" y="12895"/>
                    <a:pt x="19467" y="13026"/>
                    <a:pt x="19622" y="13145"/>
                  </a:cubicBezTo>
                  <a:cubicBezTo>
                    <a:pt x="19789" y="13264"/>
                    <a:pt x="19955" y="13407"/>
                    <a:pt x="20122" y="13550"/>
                  </a:cubicBezTo>
                  <a:lnTo>
                    <a:pt x="21098" y="14347"/>
                  </a:lnTo>
                  <a:cubicBezTo>
                    <a:pt x="21134" y="14383"/>
                    <a:pt x="21158" y="14395"/>
                    <a:pt x="21170" y="14419"/>
                  </a:cubicBezTo>
                  <a:cubicBezTo>
                    <a:pt x="16229" y="16788"/>
                    <a:pt x="12716" y="22896"/>
                    <a:pt x="12716" y="22896"/>
                  </a:cubicBezTo>
                  <a:cubicBezTo>
                    <a:pt x="16550" y="21110"/>
                    <a:pt x="20455" y="15729"/>
                    <a:pt x="21313" y="14526"/>
                  </a:cubicBezTo>
                  <a:cubicBezTo>
                    <a:pt x="21872" y="15038"/>
                    <a:pt x="22456" y="15538"/>
                    <a:pt x="22991" y="16062"/>
                  </a:cubicBezTo>
                  <a:cubicBezTo>
                    <a:pt x="23361" y="16407"/>
                    <a:pt x="23706" y="16764"/>
                    <a:pt x="24063" y="17098"/>
                  </a:cubicBezTo>
                  <a:cubicBezTo>
                    <a:pt x="23063" y="18027"/>
                    <a:pt x="18336" y="22503"/>
                    <a:pt x="18812" y="24920"/>
                  </a:cubicBezTo>
                  <a:cubicBezTo>
                    <a:pt x="18812" y="24920"/>
                    <a:pt x="21682" y="22218"/>
                    <a:pt x="24123" y="17181"/>
                  </a:cubicBezTo>
                  <a:cubicBezTo>
                    <a:pt x="24325" y="17384"/>
                    <a:pt x="24539" y="17598"/>
                    <a:pt x="24730" y="17800"/>
                  </a:cubicBezTo>
                  <a:cubicBezTo>
                    <a:pt x="25016" y="18086"/>
                    <a:pt x="25266" y="18384"/>
                    <a:pt x="25539" y="18669"/>
                  </a:cubicBezTo>
                  <a:cubicBezTo>
                    <a:pt x="25670" y="18800"/>
                    <a:pt x="25801" y="18943"/>
                    <a:pt x="25920" y="19086"/>
                  </a:cubicBezTo>
                  <a:cubicBezTo>
                    <a:pt x="26039" y="19217"/>
                    <a:pt x="26170" y="19360"/>
                    <a:pt x="26289" y="19503"/>
                  </a:cubicBezTo>
                  <a:lnTo>
                    <a:pt x="27004" y="20301"/>
                  </a:lnTo>
                  <a:cubicBezTo>
                    <a:pt x="27230" y="20551"/>
                    <a:pt x="27456" y="20824"/>
                    <a:pt x="27659" y="21063"/>
                  </a:cubicBezTo>
                  <a:cubicBezTo>
                    <a:pt x="27873" y="21301"/>
                    <a:pt x="28064" y="21539"/>
                    <a:pt x="28254" y="21765"/>
                  </a:cubicBezTo>
                  <a:cubicBezTo>
                    <a:pt x="28433" y="21979"/>
                    <a:pt x="28611" y="22206"/>
                    <a:pt x="28778" y="22396"/>
                  </a:cubicBezTo>
                  <a:cubicBezTo>
                    <a:pt x="29111" y="22801"/>
                    <a:pt x="29385" y="23146"/>
                    <a:pt x="29623" y="23444"/>
                  </a:cubicBezTo>
                  <a:cubicBezTo>
                    <a:pt x="30088" y="24027"/>
                    <a:pt x="30361" y="24361"/>
                    <a:pt x="30361" y="24361"/>
                  </a:cubicBezTo>
                  <a:lnTo>
                    <a:pt x="31028" y="23825"/>
                  </a:lnTo>
                  <a:cubicBezTo>
                    <a:pt x="31028" y="23825"/>
                    <a:pt x="30754" y="23503"/>
                    <a:pt x="30266" y="22920"/>
                  </a:cubicBezTo>
                  <a:cubicBezTo>
                    <a:pt x="30028" y="22610"/>
                    <a:pt x="29730" y="22265"/>
                    <a:pt x="29385" y="21860"/>
                  </a:cubicBezTo>
                  <a:cubicBezTo>
                    <a:pt x="29230" y="21670"/>
                    <a:pt x="29028" y="21444"/>
                    <a:pt x="28837" y="21217"/>
                  </a:cubicBezTo>
                  <a:cubicBezTo>
                    <a:pt x="28647" y="21003"/>
                    <a:pt x="28433" y="20777"/>
                    <a:pt x="28230" y="20539"/>
                  </a:cubicBezTo>
                  <a:cubicBezTo>
                    <a:pt x="28016" y="20301"/>
                    <a:pt x="27802" y="20051"/>
                    <a:pt x="27563" y="19801"/>
                  </a:cubicBezTo>
                  <a:cubicBezTo>
                    <a:pt x="27325" y="19539"/>
                    <a:pt x="27087" y="19277"/>
                    <a:pt x="26825" y="19003"/>
                  </a:cubicBezTo>
                  <a:cubicBezTo>
                    <a:pt x="26706" y="18872"/>
                    <a:pt x="26575" y="18741"/>
                    <a:pt x="26444" y="18586"/>
                  </a:cubicBezTo>
                  <a:cubicBezTo>
                    <a:pt x="26313" y="18455"/>
                    <a:pt x="26170" y="18324"/>
                    <a:pt x="26039" y="18169"/>
                  </a:cubicBezTo>
                  <a:cubicBezTo>
                    <a:pt x="25778" y="17884"/>
                    <a:pt x="25492" y="17610"/>
                    <a:pt x="25206" y="17324"/>
                  </a:cubicBezTo>
                  <a:cubicBezTo>
                    <a:pt x="24885" y="17014"/>
                    <a:pt x="24539" y="16681"/>
                    <a:pt x="24194" y="16360"/>
                  </a:cubicBezTo>
                  <a:cubicBezTo>
                    <a:pt x="26754" y="14693"/>
                    <a:pt x="31552" y="5621"/>
                    <a:pt x="31552" y="5620"/>
                  </a:cubicBezTo>
                  <a:lnTo>
                    <a:pt x="31552" y="5620"/>
                  </a:lnTo>
                  <a:cubicBezTo>
                    <a:pt x="27778" y="7382"/>
                    <a:pt x="24682" y="14586"/>
                    <a:pt x="24027" y="16193"/>
                  </a:cubicBezTo>
                  <a:cubicBezTo>
                    <a:pt x="23825" y="16002"/>
                    <a:pt x="23611" y="15800"/>
                    <a:pt x="23396" y="15610"/>
                  </a:cubicBezTo>
                  <a:cubicBezTo>
                    <a:pt x="23194" y="15431"/>
                    <a:pt x="22991" y="15252"/>
                    <a:pt x="22801" y="15074"/>
                  </a:cubicBezTo>
                  <a:cubicBezTo>
                    <a:pt x="25801" y="11716"/>
                    <a:pt x="29790" y="4073"/>
                    <a:pt x="29790" y="4072"/>
                  </a:cubicBezTo>
                  <a:lnTo>
                    <a:pt x="29790" y="4072"/>
                  </a:lnTo>
                  <a:cubicBezTo>
                    <a:pt x="24980" y="7871"/>
                    <a:pt x="23099" y="13157"/>
                    <a:pt x="22575" y="14895"/>
                  </a:cubicBezTo>
                  <a:cubicBezTo>
                    <a:pt x="22206" y="14574"/>
                    <a:pt x="21813" y="14252"/>
                    <a:pt x="21444" y="13931"/>
                  </a:cubicBezTo>
                  <a:cubicBezTo>
                    <a:pt x="21289" y="13812"/>
                    <a:pt x="21146" y="13693"/>
                    <a:pt x="20979" y="13574"/>
                  </a:cubicBezTo>
                  <a:cubicBezTo>
                    <a:pt x="24361" y="10371"/>
                    <a:pt x="26337" y="1727"/>
                    <a:pt x="26337" y="1727"/>
                  </a:cubicBezTo>
                  <a:lnTo>
                    <a:pt x="26337" y="1727"/>
                  </a:lnTo>
                  <a:cubicBezTo>
                    <a:pt x="22753" y="4823"/>
                    <a:pt x="21146" y="11657"/>
                    <a:pt x="20777" y="13407"/>
                  </a:cubicBezTo>
                  <a:cubicBezTo>
                    <a:pt x="20658" y="13324"/>
                    <a:pt x="20539" y="13216"/>
                    <a:pt x="20420" y="13121"/>
                  </a:cubicBezTo>
                  <a:cubicBezTo>
                    <a:pt x="20253" y="12990"/>
                    <a:pt x="20086" y="12859"/>
                    <a:pt x="19908" y="12740"/>
                  </a:cubicBezTo>
                  <a:cubicBezTo>
                    <a:pt x="19729" y="12621"/>
                    <a:pt x="19562" y="12490"/>
                    <a:pt x="19384" y="12371"/>
                  </a:cubicBezTo>
                  <a:cubicBezTo>
                    <a:pt x="19372" y="12347"/>
                    <a:pt x="19348" y="12335"/>
                    <a:pt x="19324" y="12323"/>
                  </a:cubicBezTo>
                  <a:cubicBezTo>
                    <a:pt x="22301" y="7347"/>
                    <a:pt x="22098" y="822"/>
                    <a:pt x="22098" y="822"/>
                  </a:cubicBezTo>
                  <a:lnTo>
                    <a:pt x="22098" y="822"/>
                  </a:lnTo>
                  <a:cubicBezTo>
                    <a:pt x="18943" y="4608"/>
                    <a:pt x="19015" y="10478"/>
                    <a:pt x="19110" y="12157"/>
                  </a:cubicBezTo>
                  <a:cubicBezTo>
                    <a:pt x="19027" y="12097"/>
                    <a:pt x="18943" y="12038"/>
                    <a:pt x="18872" y="12002"/>
                  </a:cubicBezTo>
                  <a:lnTo>
                    <a:pt x="18610" y="11811"/>
                  </a:lnTo>
                  <a:cubicBezTo>
                    <a:pt x="18527" y="11752"/>
                    <a:pt x="18431" y="11704"/>
                    <a:pt x="18348" y="11657"/>
                  </a:cubicBezTo>
                  <a:cubicBezTo>
                    <a:pt x="18229" y="11585"/>
                    <a:pt x="18098" y="11490"/>
                    <a:pt x="17979" y="11419"/>
                  </a:cubicBezTo>
                  <a:cubicBezTo>
                    <a:pt x="19301" y="7097"/>
                    <a:pt x="17836" y="762"/>
                    <a:pt x="17836" y="762"/>
                  </a:cubicBezTo>
                  <a:cubicBezTo>
                    <a:pt x="15633" y="5215"/>
                    <a:pt x="17098" y="9752"/>
                    <a:pt x="17681" y="11228"/>
                  </a:cubicBezTo>
                  <a:cubicBezTo>
                    <a:pt x="17562" y="11145"/>
                    <a:pt x="17443" y="11061"/>
                    <a:pt x="17324" y="10990"/>
                  </a:cubicBezTo>
                  <a:cubicBezTo>
                    <a:pt x="17157" y="10871"/>
                    <a:pt x="16979" y="10776"/>
                    <a:pt x="16800" y="10668"/>
                  </a:cubicBezTo>
                  <a:cubicBezTo>
                    <a:pt x="16622" y="10573"/>
                    <a:pt x="16455" y="10478"/>
                    <a:pt x="16288" y="10371"/>
                  </a:cubicBezTo>
                  <a:cubicBezTo>
                    <a:pt x="16133" y="10276"/>
                    <a:pt x="15967" y="10180"/>
                    <a:pt x="15800" y="10097"/>
                  </a:cubicBezTo>
                  <a:lnTo>
                    <a:pt x="15312" y="9823"/>
                  </a:lnTo>
                  <a:cubicBezTo>
                    <a:pt x="15098" y="9716"/>
                    <a:pt x="14907" y="9621"/>
                    <a:pt x="14705" y="9514"/>
                  </a:cubicBezTo>
                  <a:cubicBezTo>
                    <a:pt x="16205" y="5573"/>
                    <a:pt x="14741" y="406"/>
                    <a:pt x="14740" y="405"/>
                  </a:cubicBezTo>
                  <a:lnTo>
                    <a:pt x="14740" y="405"/>
                  </a:lnTo>
                  <a:cubicBezTo>
                    <a:pt x="13371" y="2275"/>
                    <a:pt x="14264" y="7978"/>
                    <a:pt x="14538" y="9418"/>
                  </a:cubicBezTo>
                  <a:cubicBezTo>
                    <a:pt x="14478" y="9394"/>
                    <a:pt x="14407" y="9359"/>
                    <a:pt x="14348" y="9323"/>
                  </a:cubicBezTo>
                  <a:cubicBezTo>
                    <a:pt x="14193" y="9228"/>
                    <a:pt x="14026" y="9168"/>
                    <a:pt x="13883" y="9109"/>
                  </a:cubicBezTo>
                  <a:cubicBezTo>
                    <a:pt x="13728" y="9037"/>
                    <a:pt x="13586" y="8978"/>
                    <a:pt x="13431" y="8918"/>
                  </a:cubicBezTo>
                  <a:cubicBezTo>
                    <a:pt x="13288" y="8859"/>
                    <a:pt x="13133" y="8787"/>
                    <a:pt x="13002" y="8728"/>
                  </a:cubicBezTo>
                  <a:cubicBezTo>
                    <a:pt x="14728" y="5477"/>
                    <a:pt x="11931" y="1120"/>
                    <a:pt x="11931" y="1120"/>
                  </a:cubicBezTo>
                  <a:lnTo>
                    <a:pt x="11931" y="1120"/>
                  </a:lnTo>
                  <a:cubicBezTo>
                    <a:pt x="10930" y="4227"/>
                    <a:pt x="12764" y="8275"/>
                    <a:pt x="12978" y="8704"/>
                  </a:cubicBezTo>
                  <a:cubicBezTo>
                    <a:pt x="12835" y="8644"/>
                    <a:pt x="12716" y="8585"/>
                    <a:pt x="12585" y="8549"/>
                  </a:cubicBezTo>
                  <a:cubicBezTo>
                    <a:pt x="12300" y="8442"/>
                    <a:pt x="12050" y="8347"/>
                    <a:pt x="11800" y="8263"/>
                  </a:cubicBezTo>
                  <a:cubicBezTo>
                    <a:pt x="11788" y="8263"/>
                    <a:pt x="11752" y="8252"/>
                    <a:pt x="11740" y="8252"/>
                  </a:cubicBezTo>
                  <a:cubicBezTo>
                    <a:pt x="11442" y="6085"/>
                    <a:pt x="7406" y="1"/>
                    <a:pt x="7406" y="0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0" name="Google Shape;590;p13"/>
          <p:cNvSpPr/>
          <p:nvPr/>
        </p:nvSpPr>
        <p:spPr>
          <a:xfrm>
            <a:off x="568350" y="1368775"/>
            <a:ext cx="8007300" cy="34572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dist="76200" dir="3300000" algn="bl" rotWithShape="0">
              <a:srgbClr val="000000">
                <a:alpha val="1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3"/>
          <p:cNvSpPr txBox="1">
            <a:spLocks noGrp="1"/>
          </p:cNvSpPr>
          <p:nvPr>
            <p:ph type="title"/>
          </p:nvPr>
        </p:nvSpPr>
        <p:spPr>
          <a:xfrm>
            <a:off x="1651520" y="1699944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2" name="Google Shape;592;p13"/>
          <p:cNvSpPr txBox="1">
            <a:spLocks noGrp="1"/>
          </p:cNvSpPr>
          <p:nvPr>
            <p:ph type="subTitle" idx="1"/>
          </p:nvPr>
        </p:nvSpPr>
        <p:spPr>
          <a:xfrm>
            <a:off x="1651512" y="1984078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idact Gothic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593" name="Google Shape;593;p13"/>
          <p:cNvSpPr txBox="1">
            <a:spLocks noGrp="1"/>
          </p:cNvSpPr>
          <p:nvPr>
            <p:ph type="title" idx="2"/>
          </p:nvPr>
        </p:nvSpPr>
        <p:spPr>
          <a:xfrm>
            <a:off x="5529215" y="1699944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4" name="Google Shape;594;p13"/>
          <p:cNvSpPr txBox="1">
            <a:spLocks noGrp="1"/>
          </p:cNvSpPr>
          <p:nvPr>
            <p:ph type="subTitle" idx="3"/>
          </p:nvPr>
        </p:nvSpPr>
        <p:spPr>
          <a:xfrm>
            <a:off x="5529212" y="1984078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idact Gothic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595" name="Google Shape;595;p13"/>
          <p:cNvSpPr txBox="1">
            <a:spLocks noGrp="1"/>
          </p:cNvSpPr>
          <p:nvPr>
            <p:ph type="title" idx="4" hasCustomPrompt="1"/>
          </p:nvPr>
        </p:nvSpPr>
        <p:spPr>
          <a:xfrm>
            <a:off x="882097" y="1659572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6" name="Google Shape;596;p13"/>
          <p:cNvSpPr txBox="1">
            <a:spLocks noGrp="1"/>
          </p:cNvSpPr>
          <p:nvPr>
            <p:ph type="title" idx="5" hasCustomPrompt="1"/>
          </p:nvPr>
        </p:nvSpPr>
        <p:spPr>
          <a:xfrm>
            <a:off x="4763098" y="1659572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7" name="Google Shape;597;p13"/>
          <p:cNvSpPr txBox="1">
            <a:spLocks noGrp="1"/>
          </p:cNvSpPr>
          <p:nvPr>
            <p:ph type="title" idx="6"/>
          </p:nvPr>
        </p:nvSpPr>
        <p:spPr>
          <a:xfrm>
            <a:off x="1651520" y="2755816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8" name="Google Shape;598;p13"/>
          <p:cNvSpPr txBox="1">
            <a:spLocks noGrp="1"/>
          </p:cNvSpPr>
          <p:nvPr>
            <p:ph type="subTitle" idx="7"/>
          </p:nvPr>
        </p:nvSpPr>
        <p:spPr>
          <a:xfrm>
            <a:off x="1651512" y="3032551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idact Gothic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599" name="Google Shape;599;p13"/>
          <p:cNvSpPr txBox="1">
            <a:spLocks noGrp="1"/>
          </p:cNvSpPr>
          <p:nvPr>
            <p:ph type="title" idx="8" hasCustomPrompt="1"/>
          </p:nvPr>
        </p:nvSpPr>
        <p:spPr>
          <a:xfrm>
            <a:off x="882097" y="2711497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0" name="Google Shape;600;p13"/>
          <p:cNvSpPr txBox="1">
            <a:spLocks noGrp="1"/>
          </p:cNvSpPr>
          <p:nvPr>
            <p:ph type="title" idx="9"/>
          </p:nvPr>
        </p:nvSpPr>
        <p:spPr>
          <a:xfrm>
            <a:off x="5529215" y="2755816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1" name="Google Shape;601;p13"/>
          <p:cNvSpPr txBox="1">
            <a:spLocks noGrp="1"/>
          </p:cNvSpPr>
          <p:nvPr>
            <p:ph type="subTitle" idx="13"/>
          </p:nvPr>
        </p:nvSpPr>
        <p:spPr>
          <a:xfrm>
            <a:off x="5529212" y="3032551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idact Gothic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602" name="Google Shape;602;p13"/>
          <p:cNvSpPr txBox="1">
            <a:spLocks noGrp="1"/>
          </p:cNvSpPr>
          <p:nvPr>
            <p:ph type="title" idx="14" hasCustomPrompt="1"/>
          </p:nvPr>
        </p:nvSpPr>
        <p:spPr>
          <a:xfrm>
            <a:off x="4763098" y="2711497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3" name="Google Shape;603;p13"/>
          <p:cNvSpPr txBox="1">
            <a:spLocks noGrp="1"/>
          </p:cNvSpPr>
          <p:nvPr>
            <p:ph type="title" idx="15"/>
          </p:nvPr>
        </p:nvSpPr>
        <p:spPr>
          <a:xfrm>
            <a:off x="1651520" y="3811687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4" name="Google Shape;604;p13"/>
          <p:cNvSpPr txBox="1">
            <a:spLocks noGrp="1"/>
          </p:cNvSpPr>
          <p:nvPr>
            <p:ph type="subTitle" idx="16"/>
          </p:nvPr>
        </p:nvSpPr>
        <p:spPr>
          <a:xfrm>
            <a:off x="1651512" y="4081024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idact Gothic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605" name="Google Shape;605;p13"/>
          <p:cNvSpPr txBox="1">
            <a:spLocks noGrp="1"/>
          </p:cNvSpPr>
          <p:nvPr>
            <p:ph type="title" idx="17" hasCustomPrompt="1"/>
          </p:nvPr>
        </p:nvSpPr>
        <p:spPr>
          <a:xfrm>
            <a:off x="882097" y="3753261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6" name="Google Shape;606;p13"/>
          <p:cNvSpPr txBox="1">
            <a:spLocks noGrp="1"/>
          </p:cNvSpPr>
          <p:nvPr>
            <p:ph type="title" idx="18"/>
          </p:nvPr>
        </p:nvSpPr>
        <p:spPr>
          <a:xfrm>
            <a:off x="5529215" y="3811687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7" name="Google Shape;607;p13"/>
          <p:cNvSpPr txBox="1">
            <a:spLocks noGrp="1"/>
          </p:cNvSpPr>
          <p:nvPr>
            <p:ph type="subTitle" idx="19"/>
          </p:nvPr>
        </p:nvSpPr>
        <p:spPr>
          <a:xfrm>
            <a:off x="5529212" y="4081024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idact Gothic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Didact Gothic"/>
              <a:buNone/>
              <a:defRPr sz="21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608" name="Google Shape;608;p13"/>
          <p:cNvSpPr txBox="1">
            <a:spLocks noGrp="1"/>
          </p:cNvSpPr>
          <p:nvPr>
            <p:ph type="title" idx="20" hasCustomPrompt="1"/>
          </p:nvPr>
        </p:nvSpPr>
        <p:spPr>
          <a:xfrm>
            <a:off x="4763098" y="3753261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9" name="Google Shape;609;p13"/>
          <p:cNvSpPr txBox="1">
            <a:spLocks noGrp="1"/>
          </p:cNvSpPr>
          <p:nvPr>
            <p:ph type="title" idx="21"/>
          </p:nvPr>
        </p:nvSpPr>
        <p:spPr>
          <a:xfrm>
            <a:off x="713100" y="484680"/>
            <a:ext cx="44079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13"/>
          <p:cNvSpPr/>
          <p:nvPr/>
        </p:nvSpPr>
        <p:spPr>
          <a:xfrm rot="4996939">
            <a:off x="8190152" y="4154099"/>
            <a:ext cx="1169797" cy="956443"/>
          </a:xfrm>
          <a:custGeom>
            <a:avLst/>
            <a:gdLst/>
            <a:ahLst/>
            <a:cxnLst/>
            <a:rect l="l" t="t" r="r" b="b"/>
            <a:pathLst>
              <a:path w="29635" h="24230" extrusionOk="0">
                <a:moveTo>
                  <a:pt x="20431" y="4644"/>
                </a:moveTo>
                <a:cubicBezTo>
                  <a:pt x="20503" y="4715"/>
                  <a:pt x="20598" y="4775"/>
                  <a:pt x="20681" y="4858"/>
                </a:cubicBezTo>
                <a:cubicBezTo>
                  <a:pt x="23264" y="6961"/>
                  <a:pt x="25678" y="9424"/>
                  <a:pt x="26570" y="9424"/>
                </a:cubicBezTo>
                <a:cubicBezTo>
                  <a:pt x="26652" y="9424"/>
                  <a:pt x="26722" y="9403"/>
                  <a:pt x="26777" y="9358"/>
                </a:cubicBezTo>
                <a:cubicBezTo>
                  <a:pt x="26849" y="9418"/>
                  <a:pt x="26920" y="9466"/>
                  <a:pt x="26980" y="9513"/>
                </a:cubicBezTo>
                <a:cubicBezTo>
                  <a:pt x="27087" y="9597"/>
                  <a:pt x="27170" y="9656"/>
                  <a:pt x="27254" y="9716"/>
                </a:cubicBezTo>
                <a:cubicBezTo>
                  <a:pt x="26480" y="9942"/>
                  <a:pt x="25718" y="10180"/>
                  <a:pt x="24944" y="10418"/>
                </a:cubicBezTo>
                <a:cubicBezTo>
                  <a:pt x="24884" y="10335"/>
                  <a:pt x="24765" y="10228"/>
                  <a:pt x="24610" y="10073"/>
                </a:cubicBezTo>
                <a:cubicBezTo>
                  <a:pt x="24551" y="10013"/>
                  <a:pt x="24467" y="9942"/>
                  <a:pt x="24396" y="9858"/>
                </a:cubicBezTo>
                <a:cubicBezTo>
                  <a:pt x="24491" y="9835"/>
                  <a:pt x="24956" y="9573"/>
                  <a:pt x="21253" y="5525"/>
                </a:cubicBezTo>
                <a:cubicBezTo>
                  <a:pt x="20967" y="5215"/>
                  <a:pt x="20681" y="4917"/>
                  <a:pt x="20431" y="4644"/>
                </a:cubicBezTo>
                <a:close/>
                <a:moveTo>
                  <a:pt x="20038" y="0"/>
                </a:moveTo>
                <a:cubicBezTo>
                  <a:pt x="20038" y="0"/>
                  <a:pt x="19788" y="786"/>
                  <a:pt x="22384" y="3560"/>
                </a:cubicBezTo>
                <a:cubicBezTo>
                  <a:pt x="24721" y="6031"/>
                  <a:pt x="26819" y="8865"/>
                  <a:pt x="27686" y="8865"/>
                </a:cubicBezTo>
                <a:cubicBezTo>
                  <a:pt x="27746" y="8865"/>
                  <a:pt x="27801" y="8851"/>
                  <a:pt x="27849" y="8823"/>
                </a:cubicBezTo>
                <a:lnTo>
                  <a:pt x="28075" y="9061"/>
                </a:lnTo>
                <a:cubicBezTo>
                  <a:pt x="28230" y="9216"/>
                  <a:pt x="28349" y="9323"/>
                  <a:pt x="28408" y="9382"/>
                </a:cubicBezTo>
                <a:cubicBezTo>
                  <a:pt x="28063" y="9477"/>
                  <a:pt x="27730" y="9573"/>
                  <a:pt x="27385" y="9680"/>
                </a:cubicBezTo>
                <a:cubicBezTo>
                  <a:pt x="27301" y="9620"/>
                  <a:pt x="27206" y="9525"/>
                  <a:pt x="27051" y="9418"/>
                </a:cubicBezTo>
                <a:cubicBezTo>
                  <a:pt x="26992" y="9382"/>
                  <a:pt x="26932" y="9335"/>
                  <a:pt x="26861" y="9275"/>
                </a:cubicBezTo>
                <a:cubicBezTo>
                  <a:pt x="26944" y="9263"/>
                  <a:pt x="27456" y="8989"/>
                  <a:pt x="23182" y="5370"/>
                </a:cubicBezTo>
                <a:cubicBezTo>
                  <a:pt x="18800" y="1684"/>
                  <a:pt x="17961" y="1607"/>
                  <a:pt x="17899" y="1607"/>
                </a:cubicBezTo>
                <a:cubicBezTo>
                  <a:pt x="17896" y="1607"/>
                  <a:pt x="17895" y="1607"/>
                  <a:pt x="17895" y="1607"/>
                </a:cubicBezTo>
                <a:cubicBezTo>
                  <a:pt x="17895" y="1607"/>
                  <a:pt x="17860" y="1846"/>
                  <a:pt x="18288" y="2453"/>
                </a:cubicBezTo>
                <a:cubicBezTo>
                  <a:pt x="16873" y="1130"/>
                  <a:pt x="16525" y="1107"/>
                  <a:pt x="16503" y="1107"/>
                </a:cubicBezTo>
                <a:cubicBezTo>
                  <a:pt x="16503" y="1107"/>
                  <a:pt x="16502" y="1107"/>
                  <a:pt x="16502" y="1107"/>
                </a:cubicBezTo>
                <a:cubicBezTo>
                  <a:pt x="16502" y="1107"/>
                  <a:pt x="16252" y="1893"/>
                  <a:pt x="18836" y="4655"/>
                </a:cubicBezTo>
                <a:cubicBezTo>
                  <a:pt x="21176" y="7141"/>
                  <a:pt x="23287" y="9970"/>
                  <a:pt x="24143" y="9970"/>
                </a:cubicBezTo>
                <a:cubicBezTo>
                  <a:pt x="24202" y="9970"/>
                  <a:pt x="24254" y="9957"/>
                  <a:pt x="24301" y="9930"/>
                </a:cubicBezTo>
                <a:lnTo>
                  <a:pt x="24539" y="10168"/>
                </a:lnTo>
                <a:cubicBezTo>
                  <a:pt x="24658" y="10287"/>
                  <a:pt x="24765" y="10370"/>
                  <a:pt x="24825" y="10454"/>
                </a:cubicBezTo>
                <a:cubicBezTo>
                  <a:pt x="24479" y="10549"/>
                  <a:pt x="24134" y="10656"/>
                  <a:pt x="23813" y="10763"/>
                </a:cubicBezTo>
                <a:cubicBezTo>
                  <a:pt x="23729" y="10704"/>
                  <a:pt x="23634" y="10632"/>
                  <a:pt x="23515" y="10537"/>
                </a:cubicBezTo>
                <a:cubicBezTo>
                  <a:pt x="23455" y="10489"/>
                  <a:pt x="23396" y="10454"/>
                  <a:pt x="23313" y="10394"/>
                </a:cubicBezTo>
                <a:cubicBezTo>
                  <a:pt x="23408" y="10370"/>
                  <a:pt x="23908" y="10108"/>
                  <a:pt x="19645" y="6489"/>
                </a:cubicBezTo>
                <a:cubicBezTo>
                  <a:pt x="15289" y="2813"/>
                  <a:pt x="14435" y="2726"/>
                  <a:pt x="14364" y="2726"/>
                </a:cubicBezTo>
                <a:cubicBezTo>
                  <a:pt x="14361" y="2726"/>
                  <a:pt x="14359" y="2727"/>
                  <a:pt x="14359" y="2727"/>
                </a:cubicBezTo>
                <a:cubicBezTo>
                  <a:pt x="14359" y="2727"/>
                  <a:pt x="14204" y="3548"/>
                  <a:pt x="17145" y="5953"/>
                </a:cubicBezTo>
                <a:cubicBezTo>
                  <a:pt x="19717" y="8068"/>
                  <a:pt x="22130" y="10531"/>
                  <a:pt x="23022" y="10531"/>
                </a:cubicBezTo>
                <a:cubicBezTo>
                  <a:pt x="23104" y="10531"/>
                  <a:pt x="23174" y="10510"/>
                  <a:pt x="23229" y="10466"/>
                </a:cubicBezTo>
                <a:cubicBezTo>
                  <a:pt x="23301" y="10525"/>
                  <a:pt x="23384" y="10573"/>
                  <a:pt x="23444" y="10609"/>
                </a:cubicBezTo>
                <a:cubicBezTo>
                  <a:pt x="23527" y="10692"/>
                  <a:pt x="23622" y="10751"/>
                  <a:pt x="23682" y="10787"/>
                </a:cubicBezTo>
                <a:cubicBezTo>
                  <a:pt x="22693" y="11085"/>
                  <a:pt x="21741" y="11382"/>
                  <a:pt x="20836" y="11680"/>
                </a:cubicBezTo>
                <a:cubicBezTo>
                  <a:pt x="20777" y="11621"/>
                  <a:pt x="20657" y="11502"/>
                  <a:pt x="20491" y="11359"/>
                </a:cubicBezTo>
                <a:lnTo>
                  <a:pt x="20134" y="11001"/>
                </a:lnTo>
                <a:cubicBezTo>
                  <a:pt x="20253" y="10906"/>
                  <a:pt x="20288" y="10335"/>
                  <a:pt x="16955" y="6679"/>
                </a:cubicBezTo>
                <a:cubicBezTo>
                  <a:pt x="12919" y="2263"/>
                  <a:pt x="12204" y="2262"/>
                  <a:pt x="12204" y="2262"/>
                </a:cubicBezTo>
                <a:lnTo>
                  <a:pt x="12204" y="2262"/>
                </a:lnTo>
                <a:cubicBezTo>
                  <a:pt x="12204" y="2262"/>
                  <a:pt x="11954" y="3048"/>
                  <a:pt x="14538" y="5822"/>
                </a:cubicBezTo>
                <a:cubicBezTo>
                  <a:pt x="16870" y="8309"/>
                  <a:pt x="18976" y="11125"/>
                  <a:pt x="19838" y="11125"/>
                </a:cubicBezTo>
                <a:cubicBezTo>
                  <a:pt x="19904" y="11125"/>
                  <a:pt x="19963" y="11108"/>
                  <a:pt x="20015" y="11073"/>
                </a:cubicBezTo>
                <a:cubicBezTo>
                  <a:pt x="20169" y="11204"/>
                  <a:pt x="20288" y="11347"/>
                  <a:pt x="20384" y="11442"/>
                </a:cubicBezTo>
                <a:cubicBezTo>
                  <a:pt x="20503" y="11561"/>
                  <a:pt x="20610" y="11656"/>
                  <a:pt x="20669" y="11728"/>
                </a:cubicBezTo>
                <a:cubicBezTo>
                  <a:pt x="20253" y="11859"/>
                  <a:pt x="19836" y="12002"/>
                  <a:pt x="19455" y="12121"/>
                </a:cubicBezTo>
                <a:cubicBezTo>
                  <a:pt x="19372" y="12061"/>
                  <a:pt x="19288" y="11978"/>
                  <a:pt x="19157" y="11883"/>
                </a:cubicBezTo>
                <a:cubicBezTo>
                  <a:pt x="19074" y="11823"/>
                  <a:pt x="18991" y="11763"/>
                  <a:pt x="18895" y="11680"/>
                </a:cubicBezTo>
                <a:cubicBezTo>
                  <a:pt x="19003" y="11656"/>
                  <a:pt x="19407" y="11323"/>
                  <a:pt x="15288" y="7739"/>
                </a:cubicBezTo>
                <a:cubicBezTo>
                  <a:pt x="10973" y="3992"/>
                  <a:pt x="10134" y="3905"/>
                  <a:pt x="10066" y="3905"/>
                </a:cubicBezTo>
                <a:cubicBezTo>
                  <a:pt x="10062" y="3905"/>
                  <a:pt x="10061" y="3905"/>
                  <a:pt x="10061" y="3905"/>
                </a:cubicBezTo>
                <a:cubicBezTo>
                  <a:pt x="10061" y="3905"/>
                  <a:pt x="9894" y="4715"/>
                  <a:pt x="12799" y="7156"/>
                </a:cubicBezTo>
                <a:cubicBezTo>
                  <a:pt x="15357" y="9320"/>
                  <a:pt x="17734" y="11825"/>
                  <a:pt x="18623" y="11825"/>
                </a:cubicBezTo>
                <a:cubicBezTo>
                  <a:pt x="18702" y="11825"/>
                  <a:pt x="18769" y="11805"/>
                  <a:pt x="18824" y="11763"/>
                </a:cubicBezTo>
                <a:cubicBezTo>
                  <a:pt x="18931" y="11835"/>
                  <a:pt x="19014" y="11906"/>
                  <a:pt x="19098" y="11966"/>
                </a:cubicBezTo>
                <a:cubicBezTo>
                  <a:pt x="19181" y="12037"/>
                  <a:pt x="19253" y="12097"/>
                  <a:pt x="19336" y="12144"/>
                </a:cubicBezTo>
                <a:cubicBezTo>
                  <a:pt x="18764" y="12323"/>
                  <a:pt x="18229" y="12502"/>
                  <a:pt x="17705" y="12668"/>
                </a:cubicBezTo>
                <a:cubicBezTo>
                  <a:pt x="17633" y="12609"/>
                  <a:pt x="17550" y="12537"/>
                  <a:pt x="17407" y="12430"/>
                </a:cubicBezTo>
                <a:cubicBezTo>
                  <a:pt x="17336" y="12371"/>
                  <a:pt x="17252" y="12311"/>
                  <a:pt x="17157" y="12240"/>
                </a:cubicBezTo>
                <a:cubicBezTo>
                  <a:pt x="17264" y="12204"/>
                  <a:pt x="17669" y="11883"/>
                  <a:pt x="13526" y="8287"/>
                </a:cubicBezTo>
                <a:cubicBezTo>
                  <a:pt x="9210" y="4539"/>
                  <a:pt x="8372" y="4453"/>
                  <a:pt x="8304" y="4453"/>
                </a:cubicBezTo>
                <a:cubicBezTo>
                  <a:pt x="8300" y="4453"/>
                  <a:pt x="8299" y="4453"/>
                  <a:pt x="8299" y="4453"/>
                </a:cubicBezTo>
                <a:cubicBezTo>
                  <a:pt x="8299" y="4453"/>
                  <a:pt x="8144" y="5275"/>
                  <a:pt x="11037" y="7715"/>
                </a:cubicBezTo>
                <a:cubicBezTo>
                  <a:pt x="13591" y="9865"/>
                  <a:pt x="15955" y="12376"/>
                  <a:pt x="16863" y="12376"/>
                </a:cubicBezTo>
                <a:cubicBezTo>
                  <a:pt x="16946" y="12376"/>
                  <a:pt x="17016" y="12355"/>
                  <a:pt x="17074" y="12311"/>
                </a:cubicBezTo>
                <a:cubicBezTo>
                  <a:pt x="17169" y="12383"/>
                  <a:pt x="17264" y="12454"/>
                  <a:pt x="17336" y="12514"/>
                </a:cubicBezTo>
                <a:cubicBezTo>
                  <a:pt x="17431" y="12597"/>
                  <a:pt x="17502" y="12656"/>
                  <a:pt x="17574" y="12692"/>
                </a:cubicBezTo>
                <a:cubicBezTo>
                  <a:pt x="17026" y="12871"/>
                  <a:pt x="16514" y="13037"/>
                  <a:pt x="16038" y="13192"/>
                </a:cubicBezTo>
                <a:cubicBezTo>
                  <a:pt x="15955" y="13145"/>
                  <a:pt x="15835" y="13073"/>
                  <a:pt x="15669" y="12966"/>
                </a:cubicBezTo>
                <a:cubicBezTo>
                  <a:pt x="15526" y="12871"/>
                  <a:pt x="15323" y="12775"/>
                  <a:pt x="15121" y="12656"/>
                </a:cubicBezTo>
                <a:cubicBezTo>
                  <a:pt x="15704" y="11799"/>
                  <a:pt x="9097" y="8858"/>
                  <a:pt x="9097" y="8858"/>
                </a:cubicBezTo>
                <a:cubicBezTo>
                  <a:pt x="9097" y="8858"/>
                  <a:pt x="6214" y="7336"/>
                  <a:pt x="4828" y="7336"/>
                </a:cubicBezTo>
                <a:cubicBezTo>
                  <a:pt x="4578" y="7336"/>
                  <a:pt x="4378" y="7385"/>
                  <a:pt x="4251" y="7501"/>
                </a:cubicBezTo>
                <a:cubicBezTo>
                  <a:pt x="4251" y="7501"/>
                  <a:pt x="4358" y="8430"/>
                  <a:pt x="7751" y="9632"/>
                </a:cubicBezTo>
                <a:cubicBezTo>
                  <a:pt x="9930" y="10397"/>
                  <a:pt x="13142" y="12841"/>
                  <a:pt x="14586" y="12841"/>
                </a:cubicBezTo>
                <a:cubicBezTo>
                  <a:pt x="14760" y="12841"/>
                  <a:pt x="14908" y="12806"/>
                  <a:pt x="15026" y="12728"/>
                </a:cubicBezTo>
                <a:lnTo>
                  <a:pt x="15050" y="12716"/>
                </a:lnTo>
                <a:lnTo>
                  <a:pt x="15062" y="12716"/>
                </a:lnTo>
                <a:cubicBezTo>
                  <a:pt x="15288" y="12835"/>
                  <a:pt x="15478" y="12918"/>
                  <a:pt x="15645" y="13014"/>
                </a:cubicBezTo>
                <a:cubicBezTo>
                  <a:pt x="15776" y="13085"/>
                  <a:pt x="15883" y="13145"/>
                  <a:pt x="15966" y="13192"/>
                </a:cubicBezTo>
                <a:cubicBezTo>
                  <a:pt x="15478" y="13347"/>
                  <a:pt x="15014" y="13490"/>
                  <a:pt x="14609" y="13621"/>
                </a:cubicBezTo>
                <a:cubicBezTo>
                  <a:pt x="14526" y="13585"/>
                  <a:pt x="14419" y="13549"/>
                  <a:pt x="14276" y="13490"/>
                </a:cubicBezTo>
                <a:cubicBezTo>
                  <a:pt x="14109" y="13430"/>
                  <a:pt x="13895" y="13335"/>
                  <a:pt x="13680" y="13252"/>
                </a:cubicBezTo>
                <a:cubicBezTo>
                  <a:pt x="13657" y="13252"/>
                  <a:pt x="13645" y="13228"/>
                  <a:pt x="13633" y="13228"/>
                </a:cubicBezTo>
                <a:cubicBezTo>
                  <a:pt x="13657" y="12394"/>
                  <a:pt x="10001" y="11644"/>
                  <a:pt x="6560" y="10489"/>
                </a:cubicBezTo>
                <a:cubicBezTo>
                  <a:pt x="4717" y="9873"/>
                  <a:pt x="3656" y="9723"/>
                  <a:pt x="3060" y="9723"/>
                </a:cubicBezTo>
                <a:cubicBezTo>
                  <a:pt x="2493" y="9723"/>
                  <a:pt x="2346" y="9858"/>
                  <a:pt x="2346" y="9858"/>
                </a:cubicBezTo>
                <a:cubicBezTo>
                  <a:pt x="2346" y="9858"/>
                  <a:pt x="2631" y="10513"/>
                  <a:pt x="8346" y="12323"/>
                </a:cubicBezTo>
                <a:cubicBezTo>
                  <a:pt x="11387" y="13294"/>
                  <a:pt x="12678" y="13521"/>
                  <a:pt x="13220" y="13521"/>
                </a:cubicBezTo>
                <a:cubicBezTo>
                  <a:pt x="13696" y="13521"/>
                  <a:pt x="13597" y="13347"/>
                  <a:pt x="13597" y="13347"/>
                </a:cubicBezTo>
                <a:cubicBezTo>
                  <a:pt x="13621" y="13347"/>
                  <a:pt x="13633" y="13371"/>
                  <a:pt x="13645" y="13371"/>
                </a:cubicBezTo>
                <a:cubicBezTo>
                  <a:pt x="13883" y="13454"/>
                  <a:pt x="14073" y="13526"/>
                  <a:pt x="14240" y="13585"/>
                </a:cubicBezTo>
                <a:cubicBezTo>
                  <a:pt x="14311" y="13621"/>
                  <a:pt x="14395" y="13645"/>
                  <a:pt x="14454" y="13668"/>
                </a:cubicBezTo>
                <a:cubicBezTo>
                  <a:pt x="13526" y="13942"/>
                  <a:pt x="12918" y="14145"/>
                  <a:pt x="12728" y="14169"/>
                </a:cubicBezTo>
                <a:lnTo>
                  <a:pt x="12192" y="14169"/>
                </a:lnTo>
                <a:lnTo>
                  <a:pt x="11966" y="14180"/>
                </a:lnTo>
                <a:cubicBezTo>
                  <a:pt x="11998" y="13783"/>
                  <a:pt x="10959" y="13661"/>
                  <a:pt x="9667" y="13661"/>
                </a:cubicBezTo>
                <a:cubicBezTo>
                  <a:pt x="7586" y="13661"/>
                  <a:pt x="4846" y="13978"/>
                  <a:pt x="4846" y="13978"/>
                </a:cubicBezTo>
                <a:cubicBezTo>
                  <a:pt x="4846" y="13978"/>
                  <a:pt x="322" y="14180"/>
                  <a:pt x="0" y="15276"/>
                </a:cubicBezTo>
                <a:cubicBezTo>
                  <a:pt x="0" y="15276"/>
                  <a:pt x="257" y="15615"/>
                  <a:pt x="1523" y="15615"/>
                </a:cubicBezTo>
                <a:cubicBezTo>
                  <a:pt x="2125" y="15615"/>
                  <a:pt x="2956" y="15538"/>
                  <a:pt x="4096" y="15312"/>
                </a:cubicBezTo>
                <a:cubicBezTo>
                  <a:pt x="6620" y="14823"/>
                  <a:pt x="11299" y="15466"/>
                  <a:pt x="11918" y="14288"/>
                </a:cubicBezTo>
                <a:lnTo>
                  <a:pt x="12192" y="14276"/>
                </a:lnTo>
                <a:cubicBezTo>
                  <a:pt x="12260" y="14272"/>
                  <a:pt x="12327" y="14270"/>
                  <a:pt x="12395" y="14270"/>
                </a:cubicBezTo>
                <a:cubicBezTo>
                  <a:pt x="12529" y="14270"/>
                  <a:pt x="12664" y="14276"/>
                  <a:pt x="12799" y="14276"/>
                </a:cubicBezTo>
                <a:lnTo>
                  <a:pt x="11954" y="14835"/>
                </a:lnTo>
                <a:cubicBezTo>
                  <a:pt x="11893" y="14792"/>
                  <a:pt x="11816" y="14771"/>
                  <a:pt x="11722" y="14771"/>
                </a:cubicBezTo>
                <a:cubicBezTo>
                  <a:pt x="10766" y="14771"/>
                  <a:pt x="8163" y="16916"/>
                  <a:pt x="5441" y="18705"/>
                </a:cubicBezTo>
                <a:cubicBezTo>
                  <a:pt x="2274" y="20788"/>
                  <a:pt x="2334" y="21622"/>
                  <a:pt x="2334" y="21622"/>
                </a:cubicBezTo>
                <a:cubicBezTo>
                  <a:pt x="2334" y="21622"/>
                  <a:pt x="2340" y="21623"/>
                  <a:pt x="2356" y="21623"/>
                </a:cubicBezTo>
                <a:cubicBezTo>
                  <a:pt x="2506" y="21623"/>
                  <a:pt x="3501" y="21478"/>
                  <a:pt x="7977" y="18443"/>
                </a:cubicBezTo>
                <a:cubicBezTo>
                  <a:pt x="12930" y="15073"/>
                  <a:pt x="12037" y="14954"/>
                  <a:pt x="12037" y="14954"/>
                </a:cubicBezTo>
                <a:cubicBezTo>
                  <a:pt x="12037" y="14942"/>
                  <a:pt x="12025" y="14942"/>
                  <a:pt x="12025" y="14931"/>
                </a:cubicBezTo>
                <a:lnTo>
                  <a:pt x="12752" y="14442"/>
                </a:lnTo>
                <a:cubicBezTo>
                  <a:pt x="12764" y="14442"/>
                  <a:pt x="12776" y="14419"/>
                  <a:pt x="12799" y="14419"/>
                </a:cubicBezTo>
                <a:cubicBezTo>
                  <a:pt x="12895" y="14383"/>
                  <a:pt x="13395" y="14204"/>
                  <a:pt x="14169" y="13942"/>
                </a:cubicBezTo>
                <a:lnTo>
                  <a:pt x="14169" y="13942"/>
                </a:lnTo>
                <a:lnTo>
                  <a:pt x="14073" y="14038"/>
                </a:lnTo>
                <a:cubicBezTo>
                  <a:pt x="13990" y="14121"/>
                  <a:pt x="13895" y="14228"/>
                  <a:pt x="13776" y="14335"/>
                </a:cubicBezTo>
                <a:cubicBezTo>
                  <a:pt x="13725" y="14301"/>
                  <a:pt x="13667" y="14284"/>
                  <a:pt x="13603" y="14284"/>
                </a:cubicBezTo>
                <a:cubicBezTo>
                  <a:pt x="12750" y="14284"/>
                  <a:pt x="10696" y="17148"/>
                  <a:pt x="8406" y="19693"/>
                </a:cubicBezTo>
                <a:cubicBezTo>
                  <a:pt x="5846" y="22574"/>
                  <a:pt x="6120" y="23372"/>
                  <a:pt x="6120" y="23372"/>
                </a:cubicBezTo>
                <a:cubicBezTo>
                  <a:pt x="6120" y="23372"/>
                  <a:pt x="6834" y="23372"/>
                  <a:pt x="10775" y="18860"/>
                </a:cubicBezTo>
                <a:cubicBezTo>
                  <a:pt x="14050" y="15121"/>
                  <a:pt x="13990" y="14561"/>
                  <a:pt x="13871" y="14466"/>
                </a:cubicBezTo>
                <a:cubicBezTo>
                  <a:pt x="13978" y="14359"/>
                  <a:pt x="14061" y="14276"/>
                  <a:pt x="14133" y="14180"/>
                </a:cubicBezTo>
                <a:cubicBezTo>
                  <a:pt x="14240" y="14085"/>
                  <a:pt x="14323" y="13990"/>
                  <a:pt x="14383" y="13918"/>
                </a:cubicBezTo>
                <a:cubicBezTo>
                  <a:pt x="14490" y="13883"/>
                  <a:pt x="14597" y="13847"/>
                  <a:pt x="14716" y="13811"/>
                </a:cubicBezTo>
                <a:lnTo>
                  <a:pt x="14728" y="13811"/>
                </a:lnTo>
                <a:lnTo>
                  <a:pt x="14728" y="13799"/>
                </a:lnTo>
                <a:cubicBezTo>
                  <a:pt x="15050" y="13692"/>
                  <a:pt x="15407" y="13573"/>
                  <a:pt x="15776" y="13454"/>
                </a:cubicBezTo>
                <a:lnTo>
                  <a:pt x="15776" y="13454"/>
                </a:lnTo>
                <a:cubicBezTo>
                  <a:pt x="15716" y="13526"/>
                  <a:pt x="15645" y="13645"/>
                  <a:pt x="15526" y="13788"/>
                </a:cubicBezTo>
                <a:cubicBezTo>
                  <a:pt x="15466" y="13859"/>
                  <a:pt x="15407" y="13942"/>
                  <a:pt x="15323" y="14049"/>
                </a:cubicBezTo>
                <a:cubicBezTo>
                  <a:pt x="15285" y="14031"/>
                  <a:pt x="15243" y="14022"/>
                  <a:pt x="15200" y="14022"/>
                </a:cubicBezTo>
                <a:cubicBezTo>
                  <a:pt x="14379" y="14022"/>
                  <a:pt x="12757" y="17241"/>
                  <a:pt x="10835" y="20169"/>
                </a:cubicBezTo>
                <a:cubicBezTo>
                  <a:pt x="8799" y="23372"/>
                  <a:pt x="9180" y="24110"/>
                  <a:pt x="9180" y="24110"/>
                </a:cubicBezTo>
                <a:cubicBezTo>
                  <a:pt x="9180" y="24110"/>
                  <a:pt x="9882" y="23991"/>
                  <a:pt x="13097" y="18943"/>
                </a:cubicBezTo>
                <a:cubicBezTo>
                  <a:pt x="16035" y="14318"/>
                  <a:pt x="15552" y="14119"/>
                  <a:pt x="15447" y="14119"/>
                </a:cubicBezTo>
                <a:cubicBezTo>
                  <a:pt x="15437" y="14119"/>
                  <a:pt x="15431" y="14121"/>
                  <a:pt x="15431" y="14121"/>
                </a:cubicBezTo>
                <a:lnTo>
                  <a:pt x="15419" y="14121"/>
                </a:lnTo>
                <a:cubicBezTo>
                  <a:pt x="15490" y="14026"/>
                  <a:pt x="15550" y="13930"/>
                  <a:pt x="15597" y="13859"/>
                </a:cubicBezTo>
                <a:cubicBezTo>
                  <a:pt x="15728" y="13668"/>
                  <a:pt x="15824" y="13526"/>
                  <a:pt x="15883" y="13454"/>
                </a:cubicBezTo>
                <a:cubicBezTo>
                  <a:pt x="16324" y="13311"/>
                  <a:pt x="16812" y="13156"/>
                  <a:pt x="17348" y="12990"/>
                </a:cubicBezTo>
                <a:lnTo>
                  <a:pt x="17348" y="12990"/>
                </a:lnTo>
                <a:cubicBezTo>
                  <a:pt x="17312" y="13073"/>
                  <a:pt x="17264" y="13156"/>
                  <a:pt x="17205" y="13264"/>
                </a:cubicBezTo>
                <a:cubicBezTo>
                  <a:pt x="17157" y="13347"/>
                  <a:pt x="17098" y="13454"/>
                  <a:pt x="17038" y="13561"/>
                </a:cubicBezTo>
                <a:cubicBezTo>
                  <a:pt x="17014" y="13555"/>
                  <a:pt x="16990" y="13552"/>
                  <a:pt x="16966" y="13552"/>
                </a:cubicBezTo>
                <a:cubicBezTo>
                  <a:pt x="16143" y="13552"/>
                  <a:pt x="14895" y="17001"/>
                  <a:pt x="13299" y="20157"/>
                </a:cubicBezTo>
                <a:cubicBezTo>
                  <a:pt x="11609" y="23551"/>
                  <a:pt x="12073" y="24229"/>
                  <a:pt x="12073" y="24229"/>
                </a:cubicBezTo>
                <a:cubicBezTo>
                  <a:pt x="12073" y="24229"/>
                  <a:pt x="12752" y="24039"/>
                  <a:pt x="15359" y="18645"/>
                </a:cubicBezTo>
                <a:cubicBezTo>
                  <a:pt x="17740" y="13728"/>
                  <a:pt x="17252" y="13585"/>
                  <a:pt x="17145" y="13585"/>
                </a:cubicBezTo>
                <a:cubicBezTo>
                  <a:pt x="17205" y="13490"/>
                  <a:pt x="17252" y="13395"/>
                  <a:pt x="17288" y="13311"/>
                </a:cubicBezTo>
                <a:cubicBezTo>
                  <a:pt x="17383" y="13145"/>
                  <a:pt x="17443" y="13026"/>
                  <a:pt x="17490" y="12930"/>
                </a:cubicBezTo>
                <a:lnTo>
                  <a:pt x="17752" y="12847"/>
                </a:lnTo>
                <a:lnTo>
                  <a:pt x="17764" y="12859"/>
                </a:lnTo>
                <a:lnTo>
                  <a:pt x="17788" y="12835"/>
                </a:lnTo>
                <a:cubicBezTo>
                  <a:pt x="18336" y="12656"/>
                  <a:pt x="18895" y="12478"/>
                  <a:pt x="19514" y="12299"/>
                </a:cubicBezTo>
                <a:lnTo>
                  <a:pt x="19514" y="12275"/>
                </a:lnTo>
                <a:cubicBezTo>
                  <a:pt x="19895" y="12156"/>
                  <a:pt x="20288" y="12037"/>
                  <a:pt x="20705" y="11906"/>
                </a:cubicBezTo>
                <a:lnTo>
                  <a:pt x="20705" y="11906"/>
                </a:lnTo>
                <a:cubicBezTo>
                  <a:pt x="20657" y="11966"/>
                  <a:pt x="20598" y="12061"/>
                  <a:pt x="20538" y="12144"/>
                </a:cubicBezTo>
                <a:cubicBezTo>
                  <a:pt x="20467" y="12264"/>
                  <a:pt x="20360" y="12418"/>
                  <a:pt x="20253" y="12573"/>
                </a:cubicBezTo>
                <a:cubicBezTo>
                  <a:pt x="20212" y="12553"/>
                  <a:pt x="20169" y="12543"/>
                  <a:pt x="20123" y="12543"/>
                </a:cubicBezTo>
                <a:cubicBezTo>
                  <a:pt x="19301" y="12543"/>
                  <a:pt x="17783" y="15833"/>
                  <a:pt x="15955" y="18824"/>
                </a:cubicBezTo>
                <a:cubicBezTo>
                  <a:pt x="13978" y="22074"/>
                  <a:pt x="14395" y="22789"/>
                  <a:pt x="14395" y="22789"/>
                </a:cubicBezTo>
                <a:cubicBezTo>
                  <a:pt x="14395" y="22789"/>
                  <a:pt x="15085" y="22658"/>
                  <a:pt x="18121" y="17490"/>
                </a:cubicBezTo>
                <a:cubicBezTo>
                  <a:pt x="20729" y="13085"/>
                  <a:pt x="20479" y="12633"/>
                  <a:pt x="20348" y="12609"/>
                </a:cubicBezTo>
                <a:cubicBezTo>
                  <a:pt x="20443" y="12454"/>
                  <a:pt x="20538" y="12311"/>
                  <a:pt x="20610" y="12204"/>
                </a:cubicBezTo>
                <a:cubicBezTo>
                  <a:pt x="20705" y="12073"/>
                  <a:pt x="20777" y="11954"/>
                  <a:pt x="20824" y="11883"/>
                </a:cubicBezTo>
                <a:cubicBezTo>
                  <a:pt x="21205" y="11763"/>
                  <a:pt x="21610" y="11644"/>
                  <a:pt x="22027" y="11502"/>
                </a:cubicBezTo>
                <a:lnTo>
                  <a:pt x="22027" y="11502"/>
                </a:lnTo>
                <a:cubicBezTo>
                  <a:pt x="21991" y="11585"/>
                  <a:pt x="21931" y="11728"/>
                  <a:pt x="21860" y="11918"/>
                </a:cubicBezTo>
                <a:cubicBezTo>
                  <a:pt x="21800" y="12085"/>
                  <a:pt x="21729" y="12275"/>
                  <a:pt x="21634" y="12490"/>
                </a:cubicBezTo>
                <a:lnTo>
                  <a:pt x="21634" y="12502"/>
                </a:lnTo>
                <a:cubicBezTo>
                  <a:pt x="21612" y="12496"/>
                  <a:pt x="21590" y="12493"/>
                  <a:pt x="21568" y="12493"/>
                </a:cubicBezTo>
                <a:cubicBezTo>
                  <a:pt x="20783" y="12493"/>
                  <a:pt x="20032" y="15985"/>
                  <a:pt x="18931" y="19241"/>
                </a:cubicBezTo>
                <a:cubicBezTo>
                  <a:pt x="17752" y="22681"/>
                  <a:pt x="18288" y="23277"/>
                  <a:pt x="18288" y="23277"/>
                </a:cubicBezTo>
                <a:cubicBezTo>
                  <a:pt x="18288" y="23277"/>
                  <a:pt x="18919" y="23015"/>
                  <a:pt x="20681" y="17550"/>
                </a:cubicBezTo>
                <a:cubicBezTo>
                  <a:pt x="22146" y="13073"/>
                  <a:pt x="21896" y="12561"/>
                  <a:pt x="21753" y="12514"/>
                </a:cubicBezTo>
                <a:cubicBezTo>
                  <a:pt x="21848" y="12299"/>
                  <a:pt x="21908" y="12121"/>
                  <a:pt x="21967" y="11954"/>
                </a:cubicBezTo>
                <a:cubicBezTo>
                  <a:pt x="22086" y="11644"/>
                  <a:pt x="22146" y="11466"/>
                  <a:pt x="22158" y="11466"/>
                </a:cubicBezTo>
                <a:cubicBezTo>
                  <a:pt x="22467" y="11371"/>
                  <a:pt x="22789" y="11263"/>
                  <a:pt x="23110" y="11180"/>
                </a:cubicBezTo>
                <a:lnTo>
                  <a:pt x="23110" y="11180"/>
                </a:lnTo>
                <a:cubicBezTo>
                  <a:pt x="23098" y="11251"/>
                  <a:pt x="23051" y="11418"/>
                  <a:pt x="23003" y="11644"/>
                </a:cubicBezTo>
                <a:cubicBezTo>
                  <a:pt x="22979" y="11740"/>
                  <a:pt x="22967" y="11859"/>
                  <a:pt x="22920" y="12013"/>
                </a:cubicBezTo>
                <a:cubicBezTo>
                  <a:pt x="22905" y="12011"/>
                  <a:pt x="22890" y="12010"/>
                  <a:pt x="22875" y="12010"/>
                </a:cubicBezTo>
                <a:cubicBezTo>
                  <a:pt x="22044" y="12010"/>
                  <a:pt x="21862" y="15623"/>
                  <a:pt x="21277" y="19098"/>
                </a:cubicBezTo>
                <a:cubicBezTo>
                  <a:pt x="20669" y="22681"/>
                  <a:pt x="21300" y="23170"/>
                  <a:pt x="21300" y="23170"/>
                </a:cubicBezTo>
                <a:cubicBezTo>
                  <a:pt x="21300" y="23170"/>
                  <a:pt x="21872" y="22801"/>
                  <a:pt x="22753" y="17133"/>
                </a:cubicBezTo>
                <a:cubicBezTo>
                  <a:pt x="23479" y="12502"/>
                  <a:pt x="23158" y="12013"/>
                  <a:pt x="23027" y="11990"/>
                </a:cubicBezTo>
                <a:cubicBezTo>
                  <a:pt x="23051" y="11871"/>
                  <a:pt x="23063" y="11752"/>
                  <a:pt x="23098" y="11656"/>
                </a:cubicBezTo>
                <a:cubicBezTo>
                  <a:pt x="23158" y="11335"/>
                  <a:pt x="23205" y="11156"/>
                  <a:pt x="23205" y="11144"/>
                </a:cubicBezTo>
                <a:cubicBezTo>
                  <a:pt x="24158" y="10859"/>
                  <a:pt x="25122" y="10561"/>
                  <a:pt x="26087" y="10287"/>
                </a:cubicBezTo>
                <a:lnTo>
                  <a:pt x="26087" y="10287"/>
                </a:lnTo>
                <a:cubicBezTo>
                  <a:pt x="26063" y="10359"/>
                  <a:pt x="26003" y="10501"/>
                  <a:pt x="25920" y="10680"/>
                </a:cubicBezTo>
                <a:cubicBezTo>
                  <a:pt x="25896" y="10775"/>
                  <a:pt x="25849" y="10882"/>
                  <a:pt x="25801" y="10978"/>
                </a:cubicBezTo>
                <a:cubicBezTo>
                  <a:pt x="25793" y="10977"/>
                  <a:pt x="25785" y="10977"/>
                  <a:pt x="25777" y="10977"/>
                </a:cubicBezTo>
                <a:cubicBezTo>
                  <a:pt x="24988" y="10977"/>
                  <a:pt x="24242" y="14464"/>
                  <a:pt x="23122" y="17740"/>
                </a:cubicBezTo>
                <a:cubicBezTo>
                  <a:pt x="21955" y="21181"/>
                  <a:pt x="22491" y="21777"/>
                  <a:pt x="22491" y="21777"/>
                </a:cubicBezTo>
                <a:cubicBezTo>
                  <a:pt x="22491" y="21777"/>
                  <a:pt x="23110" y="21503"/>
                  <a:pt x="24884" y="16038"/>
                </a:cubicBezTo>
                <a:cubicBezTo>
                  <a:pt x="26436" y="11278"/>
                  <a:pt x="26050" y="11013"/>
                  <a:pt x="25930" y="11013"/>
                </a:cubicBezTo>
                <a:cubicBezTo>
                  <a:pt x="25926" y="11013"/>
                  <a:pt x="25923" y="11013"/>
                  <a:pt x="25920" y="11013"/>
                </a:cubicBezTo>
                <a:cubicBezTo>
                  <a:pt x="25968" y="10906"/>
                  <a:pt x="26003" y="10823"/>
                  <a:pt x="26027" y="10728"/>
                </a:cubicBezTo>
                <a:cubicBezTo>
                  <a:pt x="26146" y="10418"/>
                  <a:pt x="26206" y="10239"/>
                  <a:pt x="26206" y="10239"/>
                </a:cubicBezTo>
                <a:lnTo>
                  <a:pt x="26194" y="10239"/>
                </a:lnTo>
                <a:cubicBezTo>
                  <a:pt x="26753" y="10073"/>
                  <a:pt x="27337" y="9894"/>
                  <a:pt x="27908" y="9727"/>
                </a:cubicBezTo>
                <a:lnTo>
                  <a:pt x="27908" y="9727"/>
                </a:lnTo>
                <a:cubicBezTo>
                  <a:pt x="27885" y="9811"/>
                  <a:pt x="27861" y="9906"/>
                  <a:pt x="27849" y="10025"/>
                </a:cubicBezTo>
                <a:cubicBezTo>
                  <a:pt x="27825" y="10120"/>
                  <a:pt x="27801" y="10228"/>
                  <a:pt x="27789" y="10347"/>
                </a:cubicBezTo>
                <a:cubicBezTo>
                  <a:pt x="26968" y="10370"/>
                  <a:pt x="26837" y="14002"/>
                  <a:pt x="26277" y="17455"/>
                </a:cubicBezTo>
                <a:cubicBezTo>
                  <a:pt x="25706" y="21038"/>
                  <a:pt x="26337" y="21538"/>
                  <a:pt x="26337" y="21538"/>
                </a:cubicBezTo>
                <a:cubicBezTo>
                  <a:pt x="26337" y="21538"/>
                  <a:pt x="26908" y="21157"/>
                  <a:pt x="27742" y="15478"/>
                </a:cubicBezTo>
                <a:cubicBezTo>
                  <a:pt x="28453" y="10728"/>
                  <a:pt x="28092" y="10363"/>
                  <a:pt x="27963" y="10363"/>
                </a:cubicBezTo>
                <a:cubicBezTo>
                  <a:pt x="27950" y="10363"/>
                  <a:pt x="27939" y="10367"/>
                  <a:pt x="27932" y="10370"/>
                </a:cubicBezTo>
                <a:cubicBezTo>
                  <a:pt x="27944" y="10275"/>
                  <a:pt x="27980" y="10168"/>
                  <a:pt x="27992" y="10073"/>
                </a:cubicBezTo>
                <a:cubicBezTo>
                  <a:pt x="28027" y="9930"/>
                  <a:pt x="28051" y="9811"/>
                  <a:pt x="28063" y="9716"/>
                </a:cubicBezTo>
                <a:lnTo>
                  <a:pt x="29635" y="9275"/>
                </a:lnTo>
                <a:lnTo>
                  <a:pt x="29551" y="9037"/>
                </a:lnTo>
                <a:cubicBezTo>
                  <a:pt x="29218" y="9132"/>
                  <a:pt x="28873" y="9227"/>
                  <a:pt x="28516" y="9335"/>
                </a:cubicBezTo>
                <a:cubicBezTo>
                  <a:pt x="28468" y="9287"/>
                  <a:pt x="28337" y="9168"/>
                  <a:pt x="28158" y="8977"/>
                </a:cubicBezTo>
                <a:cubicBezTo>
                  <a:pt x="28099" y="8918"/>
                  <a:pt x="28004" y="8835"/>
                  <a:pt x="27932" y="8751"/>
                </a:cubicBezTo>
                <a:cubicBezTo>
                  <a:pt x="28039" y="8739"/>
                  <a:pt x="28492" y="8465"/>
                  <a:pt x="24789" y="4417"/>
                </a:cubicBezTo>
                <a:cubicBezTo>
                  <a:pt x="20765" y="0"/>
                  <a:pt x="20038" y="0"/>
                  <a:pt x="200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3"/>
          <p:cNvSpPr/>
          <p:nvPr/>
        </p:nvSpPr>
        <p:spPr>
          <a:xfrm rot="9900160">
            <a:off x="-55136" y="4474805"/>
            <a:ext cx="1169829" cy="956469"/>
          </a:xfrm>
          <a:custGeom>
            <a:avLst/>
            <a:gdLst/>
            <a:ahLst/>
            <a:cxnLst/>
            <a:rect l="l" t="t" r="r" b="b"/>
            <a:pathLst>
              <a:path w="29635" h="24230" extrusionOk="0">
                <a:moveTo>
                  <a:pt x="20431" y="4644"/>
                </a:moveTo>
                <a:cubicBezTo>
                  <a:pt x="20503" y="4715"/>
                  <a:pt x="20598" y="4775"/>
                  <a:pt x="20681" y="4858"/>
                </a:cubicBezTo>
                <a:cubicBezTo>
                  <a:pt x="23264" y="6961"/>
                  <a:pt x="25678" y="9424"/>
                  <a:pt x="26570" y="9424"/>
                </a:cubicBezTo>
                <a:cubicBezTo>
                  <a:pt x="26652" y="9424"/>
                  <a:pt x="26722" y="9403"/>
                  <a:pt x="26777" y="9358"/>
                </a:cubicBezTo>
                <a:cubicBezTo>
                  <a:pt x="26849" y="9418"/>
                  <a:pt x="26920" y="9466"/>
                  <a:pt x="26980" y="9513"/>
                </a:cubicBezTo>
                <a:cubicBezTo>
                  <a:pt x="27087" y="9597"/>
                  <a:pt x="27170" y="9656"/>
                  <a:pt x="27254" y="9716"/>
                </a:cubicBezTo>
                <a:cubicBezTo>
                  <a:pt x="26480" y="9942"/>
                  <a:pt x="25718" y="10180"/>
                  <a:pt x="24944" y="10418"/>
                </a:cubicBezTo>
                <a:cubicBezTo>
                  <a:pt x="24884" y="10335"/>
                  <a:pt x="24765" y="10228"/>
                  <a:pt x="24610" y="10073"/>
                </a:cubicBezTo>
                <a:cubicBezTo>
                  <a:pt x="24551" y="10013"/>
                  <a:pt x="24467" y="9942"/>
                  <a:pt x="24396" y="9858"/>
                </a:cubicBezTo>
                <a:cubicBezTo>
                  <a:pt x="24491" y="9835"/>
                  <a:pt x="24956" y="9573"/>
                  <a:pt x="21253" y="5525"/>
                </a:cubicBezTo>
                <a:cubicBezTo>
                  <a:pt x="20967" y="5215"/>
                  <a:pt x="20681" y="4917"/>
                  <a:pt x="20431" y="4644"/>
                </a:cubicBezTo>
                <a:close/>
                <a:moveTo>
                  <a:pt x="20038" y="0"/>
                </a:moveTo>
                <a:cubicBezTo>
                  <a:pt x="20038" y="0"/>
                  <a:pt x="19788" y="786"/>
                  <a:pt x="22384" y="3560"/>
                </a:cubicBezTo>
                <a:cubicBezTo>
                  <a:pt x="24721" y="6031"/>
                  <a:pt x="26819" y="8865"/>
                  <a:pt x="27686" y="8865"/>
                </a:cubicBezTo>
                <a:cubicBezTo>
                  <a:pt x="27746" y="8865"/>
                  <a:pt x="27801" y="8851"/>
                  <a:pt x="27849" y="8823"/>
                </a:cubicBezTo>
                <a:lnTo>
                  <a:pt x="28075" y="9061"/>
                </a:lnTo>
                <a:cubicBezTo>
                  <a:pt x="28230" y="9216"/>
                  <a:pt x="28349" y="9323"/>
                  <a:pt x="28408" y="9382"/>
                </a:cubicBezTo>
                <a:cubicBezTo>
                  <a:pt x="28063" y="9477"/>
                  <a:pt x="27730" y="9573"/>
                  <a:pt x="27385" y="9680"/>
                </a:cubicBezTo>
                <a:cubicBezTo>
                  <a:pt x="27301" y="9620"/>
                  <a:pt x="27206" y="9525"/>
                  <a:pt x="27051" y="9418"/>
                </a:cubicBezTo>
                <a:cubicBezTo>
                  <a:pt x="26992" y="9382"/>
                  <a:pt x="26932" y="9335"/>
                  <a:pt x="26861" y="9275"/>
                </a:cubicBezTo>
                <a:cubicBezTo>
                  <a:pt x="26944" y="9263"/>
                  <a:pt x="27456" y="8989"/>
                  <a:pt x="23182" y="5370"/>
                </a:cubicBezTo>
                <a:cubicBezTo>
                  <a:pt x="18800" y="1684"/>
                  <a:pt x="17961" y="1607"/>
                  <a:pt x="17899" y="1607"/>
                </a:cubicBezTo>
                <a:cubicBezTo>
                  <a:pt x="17896" y="1607"/>
                  <a:pt x="17895" y="1607"/>
                  <a:pt x="17895" y="1607"/>
                </a:cubicBezTo>
                <a:cubicBezTo>
                  <a:pt x="17895" y="1607"/>
                  <a:pt x="17860" y="1846"/>
                  <a:pt x="18288" y="2453"/>
                </a:cubicBezTo>
                <a:cubicBezTo>
                  <a:pt x="16873" y="1130"/>
                  <a:pt x="16525" y="1107"/>
                  <a:pt x="16503" y="1107"/>
                </a:cubicBezTo>
                <a:cubicBezTo>
                  <a:pt x="16503" y="1107"/>
                  <a:pt x="16502" y="1107"/>
                  <a:pt x="16502" y="1107"/>
                </a:cubicBezTo>
                <a:cubicBezTo>
                  <a:pt x="16502" y="1107"/>
                  <a:pt x="16252" y="1893"/>
                  <a:pt x="18836" y="4655"/>
                </a:cubicBezTo>
                <a:cubicBezTo>
                  <a:pt x="21176" y="7141"/>
                  <a:pt x="23287" y="9970"/>
                  <a:pt x="24143" y="9970"/>
                </a:cubicBezTo>
                <a:cubicBezTo>
                  <a:pt x="24202" y="9970"/>
                  <a:pt x="24254" y="9957"/>
                  <a:pt x="24301" y="9930"/>
                </a:cubicBezTo>
                <a:lnTo>
                  <a:pt x="24539" y="10168"/>
                </a:lnTo>
                <a:cubicBezTo>
                  <a:pt x="24658" y="10287"/>
                  <a:pt x="24765" y="10370"/>
                  <a:pt x="24825" y="10454"/>
                </a:cubicBezTo>
                <a:cubicBezTo>
                  <a:pt x="24479" y="10549"/>
                  <a:pt x="24134" y="10656"/>
                  <a:pt x="23813" y="10763"/>
                </a:cubicBezTo>
                <a:cubicBezTo>
                  <a:pt x="23729" y="10704"/>
                  <a:pt x="23634" y="10632"/>
                  <a:pt x="23515" y="10537"/>
                </a:cubicBezTo>
                <a:cubicBezTo>
                  <a:pt x="23455" y="10489"/>
                  <a:pt x="23396" y="10454"/>
                  <a:pt x="23313" y="10394"/>
                </a:cubicBezTo>
                <a:cubicBezTo>
                  <a:pt x="23408" y="10370"/>
                  <a:pt x="23908" y="10108"/>
                  <a:pt x="19645" y="6489"/>
                </a:cubicBezTo>
                <a:cubicBezTo>
                  <a:pt x="15289" y="2813"/>
                  <a:pt x="14435" y="2726"/>
                  <a:pt x="14364" y="2726"/>
                </a:cubicBezTo>
                <a:cubicBezTo>
                  <a:pt x="14361" y="2726"/>
                  <a:pt x="14359" y="2727"/>
                  <a:pt x="14359" y="2727"/>
                </a:cubicBezTo>
                <a:cubicBezTo>
                  <a:pt x="14359" y="2727"/>
                  <a:pt x="14204" y="3548"/>
                  <a:pt x="17145" y="5953"/>
                </a:cubicBezTo>
                <a:cubicBezTo>
                  <a:pt x="19717" y="8068"/>
                  <a:pt x="22130" y="10531"/>
                  <a:pt x="23022" y="10531"/>
                </a:cubicBezTo>
                <a:cubicBezTo>
                  <a:pt x="23104" y="10531"/>
                  <a:pt x="23174" y="10510"/>
                  <a:pt x="23229" y="10466"/>
                </a:cubicBezTo>
                <a:cubicBezTo>
                  <a:pt x="23301" y="10525"/>
                  <a:pt x="23384" y="10573"/>
                  <a:pt x="23444" y="10609"/>
                </a:cubicBezTo>
                <a:cubicBezTo>
                  <a:pt x="23527" y="10692"/>
                  <a:pt x="23622" y="10751"/>
                  <a:pt x="23682" y="10787"/>
                </a:cubicBezTo>
                <a:cubicBezTo>
                  <a:pt x="22693" y="11085"/>
                  <a:pt x="21741" y="11382"/>
                  <a:pt x="20836" y="11680"/>
                </a:cubicBezTo>
                <a:cubicBezTo>
                  <a:pt x="20777" y="11621"/>
                  <a:pt x="20657" y="11502"/>
                  <a:pt x="20491" y="11359"/>
                </a:cubicBezTo>
                <a:lnTo>
                  <a:pt x="20134" y="11001"/>
                </a:lnTo>
                <a:cubicBezTo>
                  <a:pt x="20253" y="10906"/>
                  <a:pt x="20288" y="10335"/>
                  <a:pt x="16955" y="6679"/>
                </a:cubicBezTo>
                <a:cubicBezTo>
                  <a:pt x="12919" y="2263"/>
                  <a:pt x="12204" y="2262"/>
                  <a:pt x="12204" y="2262"/>
                </a:cubicBezTo>
                <a:lnTo>
                  <a:pt x="12204" y="2262"/>
                </a:lnTo>
                <a:cubicBezTo>
                  <a:pt x="12204" y="2262"/>
                  <a:pt x="11954" y="3048"/>
                  <a:pt x="14538" y="5822"/>
                </a:cubicBezTo>
                <a:cubicBezTo>
                  <a:pt x="16870" y="8309"/>
                  <a:pt x="18976" y="11125"/>
                  <a:pt x="19838" y="11125"/>
                </a:cubicBezTo>
                <a:cubicBezTo>
                  <a:pt x="19904" y="11125"/>
                  <a:pt x="19963" y="11108"/>
                  <a:pt x="20015" y="11073"/>
                </a:cubicBezTo>
                <a:cubicBezTo>
                  <a:pt x="20169" y="11204"/>
                  <a:pt x="20288" y="11347"/>
                  <a:pt x="20384" y="11442"/>
                </a:cubicBezTo>
                <a:cubicBezTo>
                  <a:pt x="20503" y="11561"/>
                  <a:pt x="20610" y="11656"/>
                  <a:pt x="20669" y="11728"/>
                </a:cubicBezTo>
                <a:cubicBezTo>
                  <a:pt x="20253" y="11859"/>
                  <a:pt x="19836" y="12002"/>
                  <a:pt x="19455" y="12121"/>
                </a:cubicBezTo>
                <a:cubicBezTo>
                  <a:pt x="19372" y="12061"/>
                  <a:pt x="19288" y="11978"/>
                  <a:pt x="19157" y="11883"/>
                </a:cubicBezTo>
                <a:cubicBezTo>
                  <a:pt x="19074" y="11823"/>
                  <a:pt x="18991" y="11763"/>
                  <a:pt x="18895" y="11680"/>
                </a:cubicBezTo>
                <a:cubicBezTo>
                  <a:pt x="19003" y="11656"/>
                  <a:pt x="19407" y="11323"/>
                  <a:pt x="15288" y="7739"/>
                </a:cubicBezTo>
                <a:cubicBezTo>
                  <a:pt x="10973" y="3992"/>
                  <a:pt x="10134" y="3905"/>
                  <a:pt x="10066" y="3905"/>
                </a:cubicBezTo>
                <a:cubicBezTo>
                  <a:pt x="10062" y="3905"/>
                  <a:pt x="10061" y="3905"/>
                  <a:pt x="10061" y="3905"/>
                </a:cubicBezTo>
                <a:cubicBezTo>
                  <a:pt x="10061" y="3905"/>
                  <a:pt x="9894" y="4715"/>
                  <a:pt x="12799" y="7156"/>
                </a:cubicBezTo>
                <a:cubicBezTo>
                  <a:pt x="15357" y="9320"/>
                  <a:pt x="17734" y="11825"/>
                  <a:pt x="18623" y="11825"/>
                </a:cubicBezTo>
                <a:cubicBezTo>
                  <a:pt x="18702" y="11825"/>
                  <a:pt x="18769" y="11805"/>
                  <a:pt x="18824" y="11763"/>
                </a:cubicBezTo>
                <a:cubicBezTo>
                  <a:pt x="18931" y="11835"/>
                  <a:pt x="19014" y="11906"/>
                  <a:pt x="19098" y="11966"/>
                </a:cubicBezTo>
                <a:cubicBezTo>
                  <a:pt x="19181" y="12037"/>
                  <a:pt x="19253" y="12097"/>
                  <a:pt x="19336" y="12144"/>
                </a:cubicBezTo>
                <a:cubicBezTo>
                  <a:pt x="18764" y="12323"/>
                  <a:pt x="18229" y="12502"/>
                  <a:pt x="17705" y="12668"/>
                </a:cubicBezTo>
                <a:cubicBezTo>
                  <a:pt x="17633" y="12609"/>
                  <a:pt x="17550" y="12537"/>
                  <a:pt x="17407" y="12430"/>
                </a:cubicBezTo>
                <a:cubicBezTo>
                  <a:pt x="17336" y="12371"/>
                  <a:pt x="17252" y="12311"/>
                  <a:pt x="17157" y="12240"/>
                </a:cubicBezTo>
                <a:cubicBezTo>
                  <a:pt x="17264" y="12204"/>
                  <a:pt x="17669" y="11883"/>
                  <a:pt x="13526" y="8287"/>
                </a:cubicBezTo>
                <a:cubicBezTo>
                  <a:pt x="9210" y="4539"/>
                  <a:pt x="8372" y="4453"/>
                  <a:pt x="8304" y="4453"/>
                </a:cubicBezTo>
                <a:cubicBezTo>
                  <a:pt x="8300" y="4453"/>
                  <a:pt x="8299" y="4453"/>
                  <a:pt x="8299" y="4453"/>
                </a:cubicBezTo>
                <a:cubicBezTo>
                  <a:pt x="8299" y="4453"/>
                  <a:pt x="8144" y="5275"/>
                  <a:pt x="11037" y="7715"/>
                </a:cubicBezTo>
                <a:cubicBezTo>
                  <a:pt x="13591" y="9865"/>
                  <a:pt x="15955" y="12376"/>
                  <a:pt x="16863" y="12376"/>
                </a:cubicBezTo>
                <a:cubicBezTo>
                  <a:pt x="16946" y="12376"/>
                  <a:pt x="17016" y="12355"/>
                  <a:pt x="17074" y="12311"/>
                </a:cubicBezTo>
                <a:cubicBezTo>
                  <a:pt x="17169" y="12383"/>
                  <a:pt x="17264" y="12454"/>
                  <a:pt x="17336" y="12514"/>
                </a:cubicBezTo>
                <a:cubicBezTo>
                  <a:pt x="17431" y="12597"/>
                  <a:pt x="17502" y="12656"/>
                  <a:pt x="17574" y="12692"/>
                </a:cubicBezTo>
                <a:cubicBezTo>
                  <a:pt x="17026" y="12871"/>
                  <a:pt x="16514" y="13037"/>
                  <a:pt x="16038" y="13192"/>
                </a:cubicBezTo>
                <a:cubicBezTo>
                  <a:pt x="15955" y="13145"/>
                  <a:pt x="15835" y="13073"/>
                  <a:pt x="15669" y="12966"/>
                </a:cubicBezTo>
                <a:cubicBezTo>
                  <a:pt x="15526" y="12871"/>
                  <a:pt x="15323" y="12775"/>
                  <a:pt x="15121" y="12656"/>
                </a:cubicBezTo>
                <a:cubicBezTo>
                  <a:pt x="15704" y="11799"/>
                  <a:pt x="9097" y="8858"/>
                  <a:pt x="9097" y="8858"/>
                </a:cubicBezTo>
                <a:cubicBezTo>
                  <a:pt x="9097" y="8858"/>
                  <a:pt x="6214" y="7336"/>
                  <a:pt x="4828" y="7336"/>
                </a:cubicBezTo>
                <a:cubicBezTo>
                  <a:pt x="4578" y="7336"/>
                  <a:pt x="4378" y="7385"/>
                  <a:pt x="4251" y="7501"/>
                </a:cubicBezTo>
                <a:cubicBezTo>
                  <a:pt x="4251" y="7501"/>
                  <a:pt x="4358" y="8430"/>
                  <a:pt x="7751" y="9632"/>
                </a:cubicBezTo>
                <a:cubicBezTo>
                  <a:pt x="9930" y="10397"/>
                  <a:pt x="13142" y="12841"/>
                  <a:pt x="14586" y="12841"/>
                </a:cubicBezTo>
                <a:cubicBezTo>
                  <a:pt x="14760" y="12841"/>
                  <a:pt x="14908" y="12806"/>
                  <a:pt x="15026" y="12728"/>
                </a:cubicBezTo>
                <a:lnTo>
                  <a:pt x="15050" y="12716"/>
                </a:lnTo>
                <a:lnTo>
                  <a:pt x="15062" y="12716"/>
                </a:lnTo>
                <a:cubicBezTo>
                  <a:pt x="15288" y="12835"/>
                  <a:pt x="15478" y="12918"/>
                  <a:pt x="15645" y="13014"/>
                </a:cubicBezTo>
                <a:cubicBezTo>
                  <a:pt x="15776" y="13085"/>
                  <a:pt x="15883" y="13145"/>
                  <a:pt x="15966" y="13192"/>
                </a:cubicBezTo>
                <a:cubicBezTo>
                  <a:pt x="15478" y="13347"/>
                  <a:pt x="15014" y="13490"/>
                  <a:pt x="14609" y="13621"/>
                </a:cubicBezTo>
                <a:cubicBezTo>
                  <a:pt x="14526" y="13585"/>
                  <a:pt x="14419" y="13549"/>
                  <a:pt x="14276" y="13490"/>
                </a:cubicBezTo>
                <a:cubicBezTo>
                  <a:pt x="14109" y="13430"/>
                  <a:pt x="13895" y="13335"/>
                  <a:pt x="13680" y="13252"/>
                </a:cubicBezTo>
                <a:cubicBezTo>
                  <a:pt x="13657" y="13252"/>
                  <a:pt x="13645" y="13228"/>
                  <a:pt x="13633" y="13228"/>
                </a:cubicBezTo>
                <a:cubicBezTo>
                  <a:pt x="13657" y="12394"/>
                  <a:pt x="10001" y="11644"/>
                  <a:pt x="6560" y="10489"/>
                </a:cubicBezTo>
                <a:cubicBezTo>
                  <a:pt x="4717" y="9873"/>
                  <a:pt x="3656" y="9723"/>
                  <a:pt x="3060" y="9723"/>
                </a:cubicBezTo>
                <a:cubicBezTo>
                  <a:pt x="2493" y="9723"/>
                  <a:pt x="2346" y="9858"/>
                  <a:pt x="2346" y="9858"/>
                </a:cubicBezTo>
                <a:cubicBezTo>
                  <a:pt x="2346" y="9858"/>
                  <a:pt x="2631" y="10513"/>
                  <a:pt x="8346" y="12323"/>
                </a:cubicBezTo>
                <a:cubicBezTo>
                  <a:pt x="11387" y="13294"/>
                  <a:pt x="12678" y="13521"/>
                  <a:pt x="13220" y="13521"/>
                </a:cubicBezTo>
                <a:cubicBezTo>
                  <a:pt x="13696" y="13521"/>
                  <a:pt x="13597" y="13347"/>
                  <a:pt x="13597" y="13347"/>
                </a:cubicBezTo>
                <a:cubicBezTo>
                  <a:pt x="13621" y="13347"/>
                  <a:pt x="13633" y="13371"/>
                  <a:pt x="13645" y="13371"/>
                </a:cubicBezTo>
                <a:cubicBezTo>
                  <a:pt x="13883" y="13454"/>
                  <a:pt x="14073" y="13526"/>
                  <a:pt x="14240" y="13585"/>
                </a:cubicBezTo>
                <a:cubicBezTo>
                  <a:pt x="14311" y="13621"/>
                  <a:pt x="14395" y="13645"/>
                  <a:pt x="14454" y="13668"/>
                </a:cubicBezTo>
                <a:cubicBezTo>
                  <a:pt x="13526" y="13942"/>
                  <a:pt x="12918" y="14145"/>
                  <a:pt x="12728" y="14169"/>
                </a:cubicBezTo>
                <a:lnTo>
                  <a:pt x="12192" y="14169"/>
                </a:lnTo>
                <a:lnTo>
                  <a:pt x="11966" y="14180"/>
                </a:lnTo>
                <a:cubicBezTo>
                  <a:pt x="11998" y="13783"/>
                  <a:pt x="10959" y="13661"/>
                  <a:pt x="9667" y="13661"/>
                </a:cubicBezTo>
                <a:cubicBezTo>
                  <a:pt x="7586" y="13661"/>
                  <a:pt x="4846" y="13978"/>
                  <a:pt x="4846" y="13978"/>
                </a:cubicBezTo>
                <a:cubicBezTo>
                  <a:pt x="4846" y="13978"/>
                  <a:pt x="322" y="14180"/>
                  <a:pt x="0" y="15276"/>
                </a:cubicBezTo>
                <a:cubicBezTo>
                  <a:pt x="0" y="15276"/>
                  <a:pt x="257" y="15615"/>
                  <a:pt x="1523" y="15615"/>
                </a:cubicBezTo>
                <a:cubicBezTo>
                  <a:pt x="2125" y="15615"/>
                  <a:pt x="2956" y="15538"/>
                  <a:pt x="4096" y="15312"/>
                </a:cubicBezTo>
                <a:cubicBezTo>
                  <a:pt x="6620" y="14823"/>
                  <a:pt x="11299" y="15466"/>
                  <a:pt x="11918" y="14288"/>
                </a:cubicBezTo>
                <a:lnTo>
                  <a:pt x="12192" y="14276"/>
                </a:lnTo>
                <a:cubicBezTo>
                  <a:pt x="12260" y="14272"/>
                  <a:pt x="12327" y="14270"/>
                  <a:pt x="12395" y="14270"/>
                </a:cubicBezTo>
                <a:cubicBezTo>
                  <a:pt x="12529" y="14270"/>
                  <a:pt x="12664" y="14276"/>
                  <a:pt x="12799" y="14276"/>
                </a:cubicBezTo>
                <a:lnTo>
                  <a:pt x="11954" y="14835"/>
                </a:lnTo>
                <a:cubicBezTo>
                  <a:pt x="11893" y="14792"/>
                  <a:pt x="11816" y="14771"/>
                  <a:pt x="11722" y="14771"/>
                </a:cubicBezTo>
                <a:cubicBezTo>
                  <a:pt x="10766" y="14771"/>
                  <a:pt x="8163" y="16916"/>
                  <a:pt x="5441" y="18705"/>
                </a:cubicBezTo>
                <a:cubicBezTo>
                  <a:pt x="2274" y="20788"/>
                  <a:pt x="2334" y="21622"/>
                  <a:pt x="2334" y="21622"/>
                </a:cubicBezTo>
                <a:cubicBezTo>
                  <a:pt x="2334" y="21622"/>
                  <a:pt x="2340" y="21623"/>
                  <a:pt x="2356" y="21623"/>
                </a:cubicBezTo>
                <a:cubicBezTo>
                  <a:pt x="2506" y="21623"/>
                  <a:pt x="3501" y="21478"/>
                  <a:pt x="7977" y="18443"/>
                </a:cubicBezTo>
                <a:cubicBezTo>
                  <a:pt x="12930" y="15073"/>
                  <a:pt x="12037" y="14954"/>
                  <a:pt x="12037" y="14954"/>
                </a:cubicBezTo>
                <a:cubicBezTo>
                  <a:pt x="12037" y="14942"/>
                  <a:pt x="12025" y="14942"/>
                  <a:pt x="12025" y="14931"/>
                </a:cubicBezTo>
                <a:lnTo>
                  <a:pt x="12752" y="14442"/>
                </a:lnTo>
                <a:cubicBezTo>
                  <a:pt x="12764" y="14442"/>
                  <a:pt x="12776" y="14419"/>
                  <a:pt x="12799" y="14419"/>
                </a:cubicBezTo>
                <a:cubicBezTo>
                  <a:pt x="12895" y="14383"/>
                  <a:pt x="13395" y="14204"/>
                  <a:pt x="14169" y="13942"/>
                </a:cubicBezTo>
                <a:lnTo>
                  <a:pt x="14169" y="13942"/>
                </a:lnTo>
                <a:lnTo>
                  <a:pt x="14073" y="14038"/>
                </a:lnTo>
                <a:cubicBezTo>
                  <a:pt x="13990" y="14121"/>
                  <a:pt x="13895" y="14228"/>
                  <a:pt x="13776" y="14335"/>
                </a:cubicBezTo>
                <a:cubicBezTo>
                  <a:pt x="13725" y="14301"/>
                  <a:pt x="13667" y="14284"/>
                  <a:pt x="13603" y="14284"/>
                </a:cubicBezTo>
                <a:cubicBezTo>
                  <a:pt x="12750" y="14284"/>
                  <a:pt x="10696" y="17148"/>
                  <a:pt x="8406" y="19693"/>
                </a:cubicBezTo>
                <a:cubicBezTo>
                  <a:pt x="5846" y="22574"/>
                  <a:pt x="6120" y="23372"/>
                  <a:pt x="6120" y="23372"/>
                </a:cubicBezTo>
                <a:cubicBezTo>
                  <a:pt x="6120" y="23372"/>
                  <a:pt x="6834" y="23372"/>
                  <a:pt x="10775" y="18860"/>
                </a:cubicBezTo>
                <a:cubicBezTo>
                  <a:pt x="14050" y="15121"/>
                  <a:pt x="13990" y="14561"/>
                  <a:pt x="13871" y="14466"/>
                </a:cubicBezTo>
                <a:cubicBezTo>
                  <a:pt x="13978" y="14359"/>
                  <a:pt x="14061" y="14276"/>
                  <a:pt x="14133" y="14180"/>
                </a:cubicBezTo>
                <a:cubicBezTo>
                  <a:pt x="14240" y="14085"/>
                  <a:pt x="14323" y="13990"/>
                  <a:pt x="14383" y="13918"/>
                </a:cubicBezTo>
                <a:cubicBezTo>
                  <a:pt x="14490" y="13883"/>
                  <a:pt x="14597" y="13847"/>
                  <a:pt x="14716" y="13811"/>
                </a:cubicBezTo>
                <a:lnTo>
                  <a:pt x="14728" y="13811"/>
                </a:lnTo>
                <a:lnTo>
                  <a:pt x="14728" y="13799"/>
                </a:lnTo>
                <a:cubicBezTo>
                  <a:pt x="15050" y="13692"/>
                  <a:pt x="15407" y="13573"/>
                  <a:pt x="15776" y="13454"/>
                </a:cubicBezTo>
                <a:lnTo>
                  <a:pt x="15776" y="13454"/>
                </a:lnTo>
                <a:cubicBezTo>
                  <a:pt x="15716" y="13526"/>
                  <a:pt x="15645" y="13645"/>
                  <a:pt x="15526" y="13788"/>
                </a:cubicBezTo>
                <a:cubicBezTo>
                  <a:pt x="15466" y="13859"/>
                  <a:pt x="15407" y="13942"/>
                  <a:pt x="15323" y="14049"/>
                </a:cubicBezTo>
                <a:cubicBezTo>
                  <a:pt x="15285" y="14031"/>
                  <a:pt x="15243" y="14022"/>
                  <a:pt x="15200" y="14022"/>
                </a:cubicBezTo>
                <a:cubicBezTo>
                  <a:pt x="14379" y="14022"/>
                  <a:pt x="12757" y="17241"/>
                  <a:pt x="10835" y="20169"/>
                </a:cubicBezTo>
                <a:cubicBezTo>
                  <a:pt x="8799" y="23372"/>
                  <a:pt x="9180" y="24110"/>
                  <a:pt x="9180" y="24110"/>
                </a:cubicBezTo>
                <a:cubicBezTo>
                  <a:pt x="9180" y="24110"/>
                  <a:pt x="9882" y="23991"/>
                  <a:pt x="13097" y="18943"/>
                </a:cubicBezTo>
                <a:cubicBezTo>
                  <a:pt x="16035" y="14318"/>
                  <a:pt x="15552" y="14119"/>
                  <a:pt x="15447" y="14119"/>
                </a:cubicBezTo>
                <a:cubicBezTo>
                  <a:pt x="15437" y="14119"/>
                  <a:pt x="15431" y="14121"/>
                  <a:pt x="15431" y="14121"/>
                </a:cubicBezTo>
                <a:lnTo>
                  <a:pt x="15419" y="14121"/>
                </a:lnTo>
                <a:cubicBezTo>
                  <a:pt x="15490" y="14026"/>
                  <a:pt x="15550" y="13930"/>
                  <a:pt x="15597" y="13859"/>
                </a:cubicBezTo>
                <a:cubicBezTo>
                  <a:pt x="15728" y="13668"/>
                  <a:pt x="15824" y="13526"/>
                  <a:pt x="15883" y="13454"/>
                </a:cubicBezTo>
                <a:cubicBezTo>
                  <a:pt x="16324" y="13311"/>
                  <a:pt x="16812" y="13156"/>
                  <a:pt x="17348" y="12990"/>
                </a:cubicBezTo>
                <a:lnTo>
                  <a:pt x="17348" y="12990"/>
                </a:lnTo>
                <a:cubicBezTo>
                  <a:pt x="17312" y="13073"/>
                  <a:pt x="17264" y="13156"/>
                  <a:pt x="17205" y="13264"/>
                </a:cubicBezTo>
                <a:cubicBezTo>
                  <a:pt x="17157" y="13347"/>
                  <a:pt x="17098" y="13454"/>
                  <a:pt x="17038" y="13561"/>
                </a:cubicBezTo>
                <a:cubicBezTo>
                  <a:pt x="17014" y="13555"/>
                  <a:pt x="16990" y="13552"/>
                  <a:pt x="16966" y="13552"/>
                </a:cubicBezTo>
                <a:cubicBezTo>
                  <a:pt x="16143" y="13552"/>
                  <a:pt x="14895" y="17001"/>
                  <a:pt x="13299" y="20157"/>
                </a:cubicBezTo>
                <a:cubicBezTo>
                  <a:pt x="11609" y="23551"/>
                  <a:pt x="12073" y="24229"/>
                  <a:pt x="12073" y="24229"/>
                </a:cubicBezTo>
                <a:cubicBezTo>
                  <a:pt x="12073" y="24229"/>
                  <a:pt x="12752" y="24039"/>
                  <a:pt x="15359" y="18645"/>
                </a:cubicBezTo>
                <a:cubicBezTo>
                  <a:pt x="17740" y="13728"/>
                  <a:pt x="17252" y="13585"/>
                  <a:pt x="17145" y="13585"/>
                </a:cubicBezTo>
                <a:cubicBezTo>
                  <a:pt x="17205" y="13490"/>
                  <a:pt x="17252" y="13395"/>
                  <a:pt x="17288" y="13311"/>
                </a:cubicBezTo>
                <a:cubicBezTo>
                  <a:pt x="17383" y="13145"/>
                  <a:pt x="17443" y="13026"/>
                  <a:pt x="17490" y="12930"/>
                </a:cubicBezTo>
                <a:lnTo>
                  <a:pt x="17752" y="12847"/>
                </a:lnTo>
                <a:lnTo>
                  <a:pt x="17764" y="12859"/>
                </a:lnTo>
                <a:lnTo>
                  <a:pt x="17788" y="12835"/>
                </a:lnTo>
                <a:cubicBezTo>
                  <a:pt x="18336" y="12656"/>
                  <a:pt x="18895" y="12478"/>
                  <a:pt x="19514" y="12299"/>
                </a:cubicBezTo>
                <a:lnTo>
                  <a:pt x="19514" y="12275"/>
                </a:lnTo>
                <a:cubicBezTo>
                  <a:pt x="19895" y="12156"/>
                  <a:pt x="20288" y="12037"/>
                  <a:pt x="20705" y="11906"/>
                </a:cubicBezTo>
                <a:lnTo>
                  <a:pt x="20705" y="11906"/>
                </a:lnTo>
                <a:cubicBezTo>
                  <a:pt x="20657" y="11966"/>
                  <a:pt x="20598" y="12061"/>
                  <a:pt x="20538" y="12144"/>
                </a:cubicBezTo>
                <a:cubicBezTo>
                  <a:pt x="20467" y="12264"/>
                  <a:pt x="20360" y="12418"/>
                  <a:pt x="20253" y="12573"/>
                </a:cubicBezTo>
                <a:cubicBezTo>
                  <a:pt x="20212" y="12553"/>
                  <a:pt x="20169" y="12543"/>
                  <a:pt x="20123" y="12543"/>
                </a:cubicBezTo>
                <a:cubicBezTo>
                  <a:pt x="19301" y="12543"/>
                  <a:pt x="17783" y="15833"/>
                  <a:pt x="15955" y="18824"/>
                </a:cubicBezTo>
                <a:cubicBezTo>
                  <a:pt x="13978" y="22074"/>
                  <a:pt x="14395" y="22789"/>
                  <a:pt x="14395" y="22789"/>
                </a:cubicBezTo>
                <a:cubicBezTo>
                  <a:pt x="14395" y="22789"/>
                  <a:pt x="15085" y="22658"/>
                  <a:pt x="18121" y="17490"/>
                </a:cubicBezTo>
                <a:cubicBezTo>
                  <a:pt x="20729" y="13085"/>
                  <a:pt x="20479" y="12633"/>
                  <a:pt x="20348" y="12609"/>
                </a:cubicBezTo>
                <a:cubicBezTo>
                  <a:pt x="20443" y="12454"/>
                  <a:pt x="20538" y="12311"/>
                  <a:pt x="20610" y="12204"/>
                </a:cubicBezTo>
                <a:cubicBezTo>
                  <a:pt x="20705" y="12073"/>
                  <a:pt x="20777" y="11954"/>
                  <a:pt x="20824" y="11883"/>
                </a:cubicBezTo>
                <a:cubicBezTo>
                  <a:pt x="21205" y="11763"/>
                  <a:pt x="21610" y="11644"/>
                  <a:pt x="22027" y="11502"/>
                </a:cubicBezTo>
                <a:lnTo>
                  <a:pt x="22027" y="11502"/>
                </a:lnTo>
                <a:cubicBezTo>
                  <a:pt x="21991" y="11585"/>
                  <a:pt x="21931" y="11728"/>
                  <a:pt x="21860" y="11918"/>
                </a:cubicBezTo>
                <a:cubicBezTo>
                  <a:pt x="21800" y="12085"/>
                  <a:pt x="21729" y="12275"/>
                  <a:pt x="21634" y="12490"/>
                </a:cubicBezTo>
                <a:lnTo>
                  <a:pt x="21634" y="12502"/>
                </a:lnTo>
                <a:cubicBezTo>
                  <a:pt x="21612" y="12496"/>
                  <a:pt x="21590" y="12493"/>
                  <a:pt x="21568" y="12493"/>
                </a:cubicBezTo>
                <a:cubicBezTo>
                  <a:pt x="20783" y="12493"/>
                  <a:pt x="20032" y="15985"/>
                  <a:pt x="18931" y="19241"/>
                </a:cubicBezTo>
                <a:cubicBezTo>
                  <a:pt x="17752" y="22681"/>
                  <a:pt x="18288" y="23277"/>
                  <a:pt x="18288" y="23277"/>
                </a:cubicBezTo>
                <a:cubicBezTo>
                  <a:pt x="18288" y="23277"/>
                  <a:pt x="18919" y="23015"/>
                  <a:pt x="20681" y="17550"/>
                </a:cubicBezTo>
                <a:cubicBezTo>
                  <a:pt x="22146" y="13073"/>
                  <a:pt x="21896" y="12561"/>
                  <a:pt x="21753" y="12514"/>
                </a:cubicBezTo>
                <a:cubicBezTo>
                  <a:pt x="21848" y="12299"/>
                  <a:pt x="21908" y="12121"/>
                  <a:pt x="21967" y="11954"/>
                </a:cubicBezTo>
                <a:cubicBezTo>
                  <a:pt x="22086" y="11644"/>
                  <a:pt x="22146" y="11466"/>
                  <a:pt x="22158" y="11466"/>
                </a:cubicBezTo>
                <a:cubicBezTo>
                  <a:pt x="22467" y="11371"/>
                  <a:pt x="22789" y="11263"/>
                  <a:pt x="23110" y="11180"/>
                </a:cubicBezTo>
                <a:lnTo>
                  <a:pt x="23110" y="11180"/>
                </a:lnTo>
                <a:cubicBezTo>
                  <a:pt x="23098" y="11251"/>
                  <a:pt x="23051" y="11418"/>
                  <a:pt x="23003" y="11644"/>
                </a:cubicBezTo>
                <a:cubicBezTo>
                  <a:pt x="22979" y="11740"/>
                  <a:pt x="22967" y="11859"/>
                  <a:pt x="22920" y="12013"/>
                </a:cubicBezTo>
                <a:cubicBezTo>
                  <a:pt x="22905" y="12011"/>
                  <a:pt x="22890" y="12010"/>
                  <a:pt x="22875" y="12010"/>
                </a:cubicBezTo>
                <a:cubicBezTo>
                  <a:pt x="22044" y="12010"/>
                  <a:pt x="21862" y="15623"/>
                  <a:pt x="21277" y="19098"/>
                </a:cubicBezTo>
                <a:cubicBezTo>
                  <a:pt x="20669" y="22681"/>
                  <a:pt x="21300" y="23170"/>
                  <a:pt x="21300" y="23170"/>
                </a:cubicBezTo>
                <a:cubicBezTo>
                  <a:pt x="21300" y="23170"/>
                  <a:pt x="21872" y="22801"/>
                  <a:pt x="22753" y="17133"/>
                </a:cubicBezTo>
                <a:cubicBezTo>
                  <a:pt x="23479" y="12502"/>
                  <a:pt x="23158" y="12013"/>
                  <a:pt x="23027" y="11990"/>
                </a:cubicBezTo>
                <a:cubicBezTo>
                  <a:pt x="23051" y="11871"/>
                  <a:pt x="23063" y="11752"/>
                  <a:pt x="23098" y="11656"/>
                </a:cubicBezTo>
                <a:cubicBezTo>
                  <a:pt x="23158" y="11335"/>
                  <a:pt x="23205" y="11156"/>
                  <a:pt x="23205" y="11144"/>
                </a:cubicBezTo>
                <a:cubicBezTo>
                  <a:pt x="24158" y="10859"/>
                  <a:pt x="25122" y="10561"/>
                  <a:pt x="26087" y="10287"/>
                </a:cubicBezTo>
                <a:lnTo>
                  <a:pt x="26087" y="10287"/>
                </a:lnTo>
                <a:cubicBezTo>
                  <a:pt x="26063" y="10359"/>
                  <a:pt x="26003" y="10501"/>
                  <a:pt x="25920" y="10680"/>
                </a:cubicBezTo>
                <a:cubicBezTo>
                  <a:pt x="25896" y="10775"/>
                  <a:pt x="25849" y="10882"/>
                  <a:pt x="25801" y="10978"/>
                </a:cubicBezTo>
                <a:cubicBezTo>
                  <a:pt x="25793" y="10977"/>
                  <a:pt x="25785" y="10977"/>
                  <a:pt x="25777" y="10977"/>
                </a:cubicBezTo>
                <a:cubicBezTo>
                  <a:pt x="24988" y="10977"/>
                  <a:pt x="24242" y="14464"/>
                  <a:pt x="23122" y="17740"/>
                </a:cubicBezTo>
                <a:cubicBezTo>
                  <a:pt x="21955" y="21181"/>
                  <a:pt x="22491" y="21777"/>
                  <a:pt x="22491" y="21777"/>
                </a:cubicBezTo>
                <a:cubicBezTo>
                  <a:pt x="22491" y="21777"/>
                  <a:pt x="23110" y="21503"/>
                  <a:pt x="24884" y="16038"/>
                </a:cubicBezTo>
                <a:cubicBezTo>
                  <a:pt x="26436" y="11278"/>
                  <a:pt x="26050" y="11013"/>
                  <a:pt x="25930" y="11013"/>
                </a:cubicBezTo>
                <a:cubicBezTo>
                  <a:pt x="25926" y="11013"/>
                  <a:pt x="25923" y="11013"/>
                  <a:pt x="25920" y="11013"/>
                </a:cubicBezTo>
                <a:cubicBezTo>
                  <a:pt x="25968" y="10906"/>
                  <a:pt x="26003" y="10823"/>
                  <a:pt x="26027" y="10728"/>
                </a:cubicBezTo>
                <a:cubicBezTo>
                  <a:pt x="26146" y="10418"/>
                  <a:pt x="26206" y="10239"/>
                  <a:pt x="26206" y="10239"/>
                </a:cubicBezTo>
                <a:lnTo>
                  <a:pt x="26194" y="10239"/>
                </a:lnTo>
                <a:cubicBezTo>
                  <a:pt x="26753" y="10073"/>
                  <a:pt x="27337" y="9894"/>
                  <a:pt x="27908" y="9727"/>
                </a:cubicBezTo>
                <a:lnTo>
                  <a:pt x="27908" y="9727"/>
                </a:lnTo>
                <a:cubicBezTo>
                  <a:pt x="27885" y="9811"/>
                  <a:pt x="27861" y="9906"/>
                  <a:pt x="27849" y="10025"/>
                </a:cubicBezTo>
                <a:cubicBezTo>
                  <a:pt x="27825" y="10120"/>
                  <a:pt x="27801" y="10228"/>
                  <a:pt x="27789" y="10347"/>
                </a:cubicBezTo>
                <a:cubicBezTo>
                  <a:pt x="26968" y="10370"/>
                  <a:pt x="26837" y="14002"/>
                  <a:pt x="26277" y="17455"/>
                </a:cubicBezTo>
                <a:cubicBezTo>
                  <a:pt x="25706" y="21038"/>
                  <a:pt x="26337" y="21538"/>
                  <a:pt x="26337" y="21538"/>
                </a:cubicBezTo>
                <a:cubicBezTo>
                  <a:pt x="26337" y="21538"/>
                  <a:pt x="26908" y="21157"/>
                  <a:pt x="27742" y="15478"/>
                </a:cubicBezTo>
                <a:cubicBezTo>
                  <a:pt x="28453" y="10728"/>
                  <a:pt x="28092" y="10363"/>
                  <a:pt x="27963" y="10363"/>
                </a:cubicBezTo>
                <a:cubicBezTo>
                  <a:pt x="27950" y="10363"/>
                  <a:pt x="27939" y="10367"/>
                  <a:pt x="27932" y="10370"/>
                </a:cubicBezTo>
                <a:cubicBezTo>
                  <a:pt x="27944" y="10275"/>
                  <a:pt x="27980" y="10168"/>
                  <a:pt x="27992" y="10073"/>
                </a:cubicBezTo>
                <a:cubicBezTo>
                  <a:pt x="28027" y="9930"/>
                  <a:pt x="28051" y="9811"/>
                  <a:pt x="28063" y="9716"/>
                </a:cubicBezTo>
                <a:lnTo>
                  <a:pt x="29635" y="9275"/>
                </a:lnTo>
                <a:lnTo>
                  <a:pt x="29551" y="9037"/>
                </a:lnTo>
                <a:cubicBezTo>
                  <a:pt x="29218" y="9132"/>
                  <a:pt x="28873" y="9227"/>
                  <a:pt x="28516" y="9335"/>
                </a:cubicBezTo>
                <a:cubicBezTo>
                  <a:pt x="28468" y="9287"/>
                  <a:pt x="28337" y="9168"/>
                  <a:pt x="28158" y="8977"/>
                </a:cubicBezTo>
                <a:cubicBezTo>
                  <a:pt x="28099" y="8918"/>
                  <a:pt x="28004" y="8835"/>
                  <a:pt x="27932" y="8751"/>
                </a:cubicBezTo>
                <a:cubicBezTo>
                  <a:pt x="28039" y="8739"/>
                  <a:pt x="28492" y="8465"/>
                  <a:pt x="24789" y="4417"/>
                </a:cubicBezTo>
                <a:cubicBezTo>
                  <a:pt x="20765" y="0"/>
                  <a:pt x="20038" y="0"/>
                  <a:pt x="20038" y="0"/>
                </a:cubicBezTo>
                <a:close/>
              </a:path>
            </a:pathLst>
          </a:custGeom>
          <a:solidFill>
            <a:srgbClr val="67B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2_1"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37"/>
          <p:cNvSpPr txBox="1">
            <a:spLocks noGrp="1"/>
          </p:cNvSpPr>
          <p:nvPr>
            <p:ph type="title"/>
          </p:nvPr>
        </p:nvSpPr>
        <p:spPr>
          <a:xfrm>
            <a:off x="711550" y="487775"/>
            <a:ext cx="7719000" cy="7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55" name="Google Shape;1655;p37"/>
          <p:cNvSpPr/>
          <p:nvPr/>
        </p:nvSpPr>
        <p:spPr>
          <a:xfrm>
            <a:off x="5616218" y="4692326"/>
            <a:ext cx="3527734" cy="476624"/>
          </a:xfrm>
          <a:custGeom>
            <a:avLst/>
            <a:gdLst/>
            <a:ahLst/>
            <a:cxnLst/>
            <a:rect l="l" t="t" r="r" b="b"/>
            <a:pathLst>
              <a:path w="18087" h="4414" extrusionOk="0">
                <a:moveTo>
                  <a:pt x="9433" y="1"/>
                </a:moveTo>
                <a:cubicBezTo>
                  <a:pt x="8856" y="1"/>
                  <a:pt x="8275" y="50"/>
                  <a:pt x="7692" y="163"/>
                </a:cubicBezTo>
                <a:cubicBezTo>
                  <a:pt x="6323" y="425"/>
                  <a:pt x="5180" y="1402"/>
                  <a:pt x="4263" y="2033"/>
                </a:cubicBezTo>
                <a:cubicBezTo>
                  <a:pt x="2918" y="2961"/>
                  <a:pt x="1584" y="3795"/>
                  <a:pt x="1" y="4414"/>
                </a:cubicBezTo>
                <a:lnTo>
                  <a:pt x="18086" y="4414"/>
                </a:lnTo>
                <a:lnTo>
                  <a:pt x="18086" y="4402"/>
                </a:lnTo>
                <a:lnTo>
                  <a:pt x="18086" y="1878"/>
                </a:lnTo>
                <a:cubicBezTo>
                  <a:pt x="15443" y="1377"/>
                  <a:pt x="12488" y="1"/>
                  <a:pt x="94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37"/>
          <p:cNvSpPr/>
          <p:nvPr/>
        </p:nvSpPr>
        <p:spPr>
          <a:xfrm rot="10800000">
            <a:off x="-23625" y="1"/>
            <a:ext cx="1954436" cy="476624"/>
          </a:xfrm>
          <a:custGeom>
            <a:avLst/>
            <a:gdLst/>
            <a:ahLst/>
            <a:cxnLst/>
            <a:rect l="l" t="t" r="r" b="b"/>
            <a:pathLst>
              <a:path w="18087" h="4414" extrusionOk="0">
                <a:moveTo>
                  <a:pt x="9433" y="1"/>
                </a:moveTo>
                <a:cubicBezTo>
                  <a:pt x="8856" y="1"/>
                  <a:pt x="8275" y="50"/>
                  <a:pt x="7692" y="163"/>
                </a:cubicBezTo>
                <a:cubicBezTo>
                  <a:pt x="6323" y="425"/>
                  <a:pt x="5180" y="1402"/>
                  <a:pt x="4263" y="2033"/>
                </a:cubicBezTo>
                <a:cubicBezTo>
                  <a:pt x="2918" y="2961"/>
                  <a:pt x="1584" y="3795"/>
                  <a:pt x="1" y="4414"/>
                </a:cubicBezTo>
                <a:lnTo>
                  <a:pt x="18086" y="4414"/>
                </a:lnTo>
                <a:lnTo>
                  <a:pt x="18086" y="4402"/>
                </a:lnTo>
                <a:lnTo>
                  <a:pt x="18086" y="1878"/>
                </a:lnTo>
                <a:cubicBezTo>
                  <a:pt x="15443" y="1377"/>
                  <a:pt x="12488" y="1"/>
                  <a:pt x="943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7" name="Google Shape;1657;p37"/>
          <p:cNvSpPr/>
          <p:nvPr/>
        </p:nvSpPr>
        <p:spPr>
          <a:xfrm>
            <a:off x="2214100" y="144727"/>
            <a:ext cx="409957" cy="95000"/>
          </a:xfrm>
          <a:custGeom>
            <a:avLst/>
            <a:gdLst/>
            <a:ahLst/>
            <a:cxnLst/>
            <a:rect l="l" t="t" r="r" b="b"/>
            <a:pathLst>
              <a:path w="28779" h="6669" extrusionOk="0">
                <a:moveTo>
                  <a:pt x="13951" y="1"/>
                </a:moveTo>
                <a:cubicBezTo>
                  <a:pt x="13574" y="1"/>
                  <a:pt x="13197" y="32"/>
                  <a:pt x="12824" y="96"/>
                </a:cubicBezTo>
                <a:cubicBezTo>
                  <a:pt x="11859" y="239"/>
                  <a:pt x="10955" y="608"/>
                  <a:pt x="10085" y="1072"/>
                </a:cubicBezTo>
                <a:cubicBezTo>
                  <a:pt x="8633" y="1858"/>
                  <a:pt x="7466" y="2799"/>
                  <a:pt x="6692" y="4263"/>
                </a:cubicBezTo>
                <a:cubicBezTo>
                  <a:pt x="5961" y="3714"/>
                  <a:pt x="5054" y="3419"/>
                  <a:pt x="4155" y="3419"/>
                </a:cubicBezTo>
                <a:cubicBezTo>
                  <a:pt x="3883" y="3419"/>
                  <a:pt x="3612" y="3446"/>
                  <a:pt x="3346" y="3501"/>
                </a:cubicBezTo>
                <a:cubicBezTo>
                  <a:pt x="2203" y="3739"/>
                  <a:pt x="1156" y="4501"/>
                  <a:pt x="584" y="5525"/>
                </a:cubicBezTo>
                <a:cubicBezTo>
                  <a:pt x="406" y="5835"/>
                  <a:pt x="167" y="6263"/>
                  <a:pt x="1" y="6668"/>
                </a:cubicBezTo>
                <a:lnTo>
                  <a:pt x="28778" y="6668"/>
                </a:lnTo>
                <a:cubicBezTo>
                  <a:pt x="28659" y="5716"/>
                  <a:pt x="28028" y="4846"/>
                  <a:pt x="27207" y="4299"/>
                </a:cubicBezTo>
                <a:cubicBezTo>
                  <a:pt x="26314" y="3727"/>
                  <a:pt x="25218" y="3501"/>
                  <a:pt x="24170" y="3489"/>
                </a:cubicBezTo>
                <a:cubicBezTo>
                  <a:pt x="24143" y="3489"/>
                  <a:pt x="24115" y="3489"/>
                  <a:pt x="24088" y="3489"/>
                </a:cubicBezTo>
                <a:cubicBezTo>
                  <a:pt x="22794" y="3489"/>
                  <a:pt x="21502" y="3763"/>
                  <a:pt x="20325" y="4334"/>
                </a:cubicBezTo>
                <a:cubicBezTo>
                  <a:pt x="19765" y="2894"/>
                  <a:pt x="18682" y="1644"/>
                  <a:pt x="17324" y="882"/>
                </a:cubicBezTo>
                <a:cubicBezTo>
                  <a:pt x="16297" y="305"/>
                  <a:pt x="15126" y="1"/>
                  <a:pt x="139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8" name="Google Shape;1658;p37"/>
          <p:cNvGrpSpPr/>
          <p:nvPr/>
        </p:nvGrpSpPr>
        <p:grpSpPr>
          <a:xfrm rot="-858830">
            <a:off x="7069654" y="329571"/>
            <a:ext cx="245214" cy="162490"/>
            <a:chOff x="4324925" y="3720525"/>
            <a:chExt cx="47650" cy="31575"/>
          </a:xfrm>
        </p:grpSpPr>
        <p:sp>
          <p:nvSpPr>
            <p:cNvPr id="1659" name="Google Shape;1659;p37"/>
            <p:cNvSpPr/>
            <p:nvPr/>
          </p:nvSpPr>
          <p:spPr>
            <a:xfrm>
              <a:off x="4354700" y="3720525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22" y="1"/>
                  </a:moveTo>
                  <a:cubicBezTo>
                    <a:pt x="143" y="1"/>
                    <a:pt x="0" y="72"/>
                    <a:pt x="0" y="179"/>
                  </a:cubicBezTo>
                  <a:cubicBezTo>
                    <a:pt x="0" y="286"/>
                    <a:pt x="143" y="358"/>
                    <a:pt x="322" y="358"/>
                  </a:cubicBezTo>
                  <a:cubicBezTo>
                    <a:pt x="512" y="358"/>
                    <a:pt x="655" y="286"/>
                    <a:pt x="655" y="179"/>
                  </a:cubicBezTo>
                  <a:cubicBezTo>
                    <a:pt x="655" y="72"/>
                    <a:pt x="512" y="1"/>
                    <a:pt x="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7"/>
            <p:cNvSpPr/>
            <p:nvPr/>
          </p:nvSpPr>
          <p:spPr>
            <a:xfrm>
              <a:off x="4324925" y="3735700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22" y="1"/>
                  </a:moveTo>
                  <a:cubicBezTo>
                    <a:pt x="144" y="1"/>
                    <a:pt x="1" y="84"/>
                    <a:pt x="1" y="179"/>
                  </a:cubicBezTo>
                  <a:cubicBezTo>
                    <a:pt x="1" y="287"/>
                    <a:pt x="144" y="358"/>
                    <a:pt x="322" y="358"/>
                  </a:cubicBezTo>
                  <a:cubicBezTo>
                    <a:pt x="513" y="358"/>
                    <a:pt x="656" y="287"/>
                    <a:pt x="656" y="179"/>
                  </a:cubicBezTo>
                  <a:cubicBezTo>
                    <a:pt x="656" y="96"/>
                    <a:pt x="513" y="1"/>
                    <a:pt x="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7"/>
            <p:cNvSpPr/>
            <p:nvPr/>
          </p:nvSpPr>
          <p:spPr>
            <a:xfrm>
              <a:off x="4356175" y="3743150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34" y="0"/>
                  </a:moveTo>
                  <a:cubicBezTo>
                    <a:pt x="156" y="0"/>
                    <a:pt x="1" y="84"/>
                    <a:pt x="1" y="179"/>
                  </a:cubicBezTo>
                  <a:cubicBezTo>
                    <a:pt x="1" y="286"/>
                    <a:pt x="156" y="358"/>
                    <a:pt x="334" y="358"/>
                  </a:cubicBezTo>
                  <a:cubicBezTo>
                    <a:pt x="513" y="358"/>
                    <a:pt x="656" y="286"/>
                    <a:pt x="656" y="179"/>
                  </a:cubicBezTo>
                  <a:cubicBezTo>
                    <a:pt x="656" y="84"/>
                    <a:pt x="51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2_2_1_1"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38"/>
          <p:cNvSpPr txBox="1">
            <a:spLocks noGrp="1"/>
          </p:cNvSpPr>
          <p:nvPr>
            <p:ph type="title"/>
          </p:nvPr>
        </p:nvSpPr>
        <p:spPr>
          <a:xfrm>
            <a:off x="712500" y="487775"/>
            <a:ext cx="7719000" cy="7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64" name="Google Shape;1664;p38"/>
          <p:cNvGrpSpPr/>
          <p:nvPr/>
        </p:nvGrpSpPr>
        <p:grpSpPr>
          <a:xfrm flipH="1">
            <a:off x="9" y="3999575"/>
            <a:ext cx="6961477" cy="1143914"/>
            <a:chOff x="1321202" y="3526247"/>
            <a:chExt cx="7822763" cy="1617068"/>
          </a:xfrm>
        </p:grpSpPr>
        <p:sp>
          <p:nvSpPr>
            <p:cNvPr id="1665" name="Google Shape;1665;p38"/>
            <p:cNvSpPr/>
            <p:nvPr/>
          </p:nvSpPr>
          <p:spPr>
            <a:xfrm>
              <a:off x="1321202" y="3526247"/>
              <a:ext cx="7822725" cy="1613015"/>
            </a:xfrm>
            <a:custGeom>
              <a:avLst/>
              <a:gdLst/>
              <a:ahLst/>
              <a:cxnLst/>
              <a:rect l="l" t="t" r="r" b="b"/>
              <a:pathLst>
                <a:path w="67462" h="13920" extrusionOk="0">
                  <a:moveTo>
                    <a:pt x="60681" y="1"/>
                  </a:moveTo>
                  <a:cubicBezTo>
                    <a:pt x="58623" y="1"/>
                    <a:pt x="56591" y="352"/>
                    <a:pt x="54936" y="1179"/>
                  </a:cubicBezTo>
                  <a:cubicBezTo>
                    <a:pt x="50483" y="3370"/>
                    <a:pt x="45828" y="6466"/>
                    <a:pt x="39851" y="7049"/>
                  </a:cubicBezTo>
                  <a:cubicBezTo>
                    <a:pt x="39110" y="7121"/>
                    <a:pt x="38399" y="7151"/>
                    <a:pt x="37706" y="7151"/>
                  </a:cubicBezTo>
                  <a:cubicBezTo>
                    <a:pt x="35422" y="7151"/>
                    <a:pt x="33325" y="6825"/>
                    <a:pt x="30969" y="6597"/>
                  </a:cubicBezTo>
                  <a:cubicBezTo>
                    <a:pt x="28654" y="6365"/>
                    <a:pt x="26459" y="6204"/>
                    <a:pt x="24236" y="6204"/>
                  </a:cubicBezTo>
                  <a:cubicBezTo>
                    <a:pt x="22572" y="6204"/>
                    <a:pt x="20892" y="6294"/>
                    <a:pt x="19134" y="6513"/>
                  </a:cubicBezTo>
                  <a:cubicBezTo>
                    <a:pt x="15086" y="7002"/>
                    <a:pt x="12026" y="7847"/>
                    <a:pt x="9121" y="9585"/>
                  </a:cubicBezTo>
                  <a:cubicBezTo>
                    <a:pt x="7216" y="10740"/>
                    <a:pt x="5311" y="11966"/>
                    <a:pt x="3096" y="12883"/>
                  </a:cubicBezTo>
                  <a:cubicBezTo>
                    <a:pt x="2108" y="13276"/>
                    <a:pt x="1084" y="13621"/>
                    <a:pt x="1" y="13919"/>
                  </a:cubicBezTo>
                  <a:lnTo>
                    <a:pt x="10800" y="13919"/>
                  </a:lnTo>
                  <a:cubicBezTo>
                    <a:pt x="10883" y="13871"/>
                    <a:pt x="10966" y="13848"/>
                    <a:pt x="11038" y="13800"/>
                  </a:cubicBezTo>
                  <a:cubicBezTo>
                    <a:pt x="13407" y="12657"/>
                    <a:pt x="16062" y="10776"/>
                    <a:pt x="19110" y="10419"/>
                  </a:cubicBezTo>
                  <a:cubicBezTo>
                    <a:pt x="20176" y="10294"/>
                    <a:pt x="21236" y="10242"/>
                    <a:pt x="22291" y="10242"/>
                  </a:cubicBezTo>
                  <a:cubicBezTo>
                    <a:pt x="27870" y="10242"/>
                    <a:pt x="33331" y="11702"/>
                    <a:pt x="38905" y="11702"/>
                  </a:cubicBezTo>
                  <a:cubicBezTo>
                    <a:pt x="40456" y="11702"/>
                    <a:pt x="42016" y="11589"/>
                    <a:pt x="43589" y="11300"/>
                  </a:cubicBezTo>
                  <a:cubicBezTo>
                    <a:pt x="47614" y="10561"/>
                    <a:pt x="50662" y="9418"/>
                    <a:pt x="53757" y="7668"/>
                  </a:cubicBezTo>
                  <a:cubicBezTo>
                    <a:pt x="55400" y="6738"/>
                    <a:pt x="56206" y="5837"/>
                    <a:pt x="58427" y="5837"/>
                  </a:cubicBezTo>
                  <a:cubicBezTo>
                    <a:pt x="58621" y="5837"/>
                    <a:pt x="58826" y="5844"/>
                    <a:pt x="59044" y="5859"/>
                  </a:cubicBezTo>
                  <a:cubicBezTo>
                    <a:pt x="61259" y="5989"/>
                    <a:pt x="63626" y="6786"/>
                    <a:pt x="65932" y="6786"/>
                  </a:cubicBezTo>
                  <a:cubicBezTo>
                    <a:pt x="66365" y="6786"/>
                    <a:pt x="66796" y="6758"/>
                    <a:pt x="67223" y="6692"/>
                  </a:cubicBezTo>
                  <a:cubicBezTo>
                    <a:pt x="67319" y="6668"/>
                    <a:pt x="67390" y="6656"/>
                    <a:pt x="67461" y="6644"/>
                  </a:cubicBezTo>
                  <a:lnTo>
                    <a:pt x="67461" y="1537"/>
                  </a:lnTo>
                  <a:cubicBezTo>
                    <a:pt x="65818" y="679"/>
                    <a:pt x="63342" y="108"/>
                    <a:pt x="61615" y="24"/>
                  </a:cubicBezTo>
                  <a:cubicBezTo>
                    <a:pt x="61304" y="9"/>
                    <a:pt x="60992" y="1"/>
                    <a:pt x="60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8"/>
            <p:cNvSpPr/>
            <p:nvPr/>
          </p:nvSpPr>
          <p:spPr>
            <a:xfrm>
              <a:off x="1959100" y="3762634"/>
              <a:ext cx="7184843" cy="1380680"/>
            </a:xfrm>
            <a:custGeom>
              <a:avLst/>
              <a:gdLst/>
              <a:ahLst/>
              <a:cxnLst/>
              <a:rect l="l" t="t" r="r" b="b"/>
              <a:pathLst>
                <a:path w="61961" h="11915" extrusionOk="0">
                  <a:moveTo>
                    <a:pt x="55567" y="0"/>
                  </a:moveTo>
                  <a:cubicBezTo>
                    <a:pt x="53497" y="0"/>
                    <a:pt x="51436" y="341"/>
                    <a:pt x="49768" y="1175"/>
                  </a:cubicBezTo>
                  <a:cubicBezTo>
                    <a:pt x="45327" y="3366"/>
                    <a:pt x="40660" y="6462"/>
                    <a:pt x="34695" y="7045"/>
                  </a:cubicBezTo>
                  <a:cubicBezTo>
                    <a:pt x="33954" y="7117"/>
                    <a:pt x="33243" y="7147"/>
                    <a:pt x="32548" y="7147"/>
                  </a:cubicBezTo>
                  <a:cubicBezTo>
                    <a:pt x="30262" y="7147"/>
                    <a:pt x="28160" y="6821"/>
                    <a:pt x="25813" y="6593"/>
                  </a:cubicBezTo>
                  <a:cubicBezTo>
                    <a:pt x="23483" y="6367"/>
                    <a:pt x="21275" y="6203"/>
                    <a:pt x="19037" y="6203"/>
                  </a:cubicBezTo>
                  <a:cubicBezTo>
                    <a:pt x="17387" y="6203"/>
                    <a:pt x="15721" y="6292"/>
                    <a:pt x="13978" y="6509"/>
                  </a:cubicBezTo>
                  <a:cubicBezTo>
                    <a:pt x="9930" y="6997"/>
                    <a:pt x="6858" y="7843"/>
                    <a:pt x="3965" y="9593"/>
                  </a:cubicBezTo>
                  <a:cubicBezTo>
                    <a:pt x="2679" y="10355"/>
                    <a:pt x="1381" y="11177"/>
                    <a:pt x="0" y="11915"/>
                  </a:cubicBezTo>
                  <a:lnTo>
                    <a:pt x="9501" y="11915"/>
                  </a:lnTo>
                  <a:cubicBezTo>
                    <a:pt x="10883" y="11224"/>
                    <a:pt x="12371" y="10617"/>
                    <a:pt x="13943" y="10438"/>
                  </a:cubicBezTo>
                  <a:cubicBezTo>
                    <a:pt x="15011" y="10314"/>
                    <a:pt x="16075" y="10261"/>
                    <a:pt x="17134" y="10261"/>
                  </a:cubicBezTo>
                  <a:cubicBezTo>
                    <a:pt x="22714" y="10261"/>
                    <a:pt x="28178" y="11717"/>
                    <a:pt x="33760" y="11717"/>
                  </a:cubicBezTo>
                  <a:cubicBezTo>
                    <a:pt x="35307" y="11717"/>
                    <a:pt x="36863" y="11605"/>
                    <a:pt x="38434" y="11319"/>
                  </a:cubicBezTo>
                  <a:cubicBezTo>
                    <a:pt x="42446" y="10569"/>
                    <a:pt x="45494" y="9438"/>
                    <a:pt x="48590" y="7688"/>
                  </a:cubicBezTo>
                  <a:cubicBezTo>
                    <a:pt x="50233" y="6757"/>
                    <a:pt x="51050" y="5845"/>
                    <a:pt x="53268" y="5845"/>
                  </a:cubicBezTo>
                  <a:cubicBezTo>
                    <a:pt x="53459" y="5845"/>
                    <a:pt x="53662" y="5852"/>
                    <a:pt x="53876" y="5866"/>
                  </a:cubicBezTo>
                  <a:cubicBezTo>
                    <a:pt x="56081" y="6008"/>
                    <a:pt x="58431" y="6794"/>
                    <a:pt x="60738" y="6794"/>
                  </a:cubicBezTo>
                  <a:cubicBezTo>
                    <a:pt x="61148" y="6794"/>
                    <a:pt x="61555" y="6769"/>
                    <a:pt x="61960" y="6712"/>
                  </a:cubicBezTo>
                  <a:lnTo>
                    <a:pt x="61960" y="1354"/>
                  </a:lnTo>
                  <a:cubicBezTo>
                    <a:pt x="60341" y="604"/>
                    <a:pt x="58055" y="92"/>
                    <a:pt x="56448" y="20"/>
                  </a:cubicBezTo>
                  <a:cubicBezTo>
                    <a:pt x="56155" y="7"/>
                    <a:pt x="55860" y="0"/>
                    <a:pt x="55567" y="0"/>
                  </a:cubicBezTo>
                  <a:close/>
                </a:path>
              </a:pathLst>
            </a:custGeom>
            <a:solidFill>
              <a:srgbClr val="AED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8"/>
            <p:cNvSpPr/>
            <p:nvPr/>
          </p:nvSpPr>
          <p:spPr>
            <a:xfrm>
              <a:off x="2884115" y="4152442"/>
              <a:ext cx="6259850" cy="986813"/>
            </a:xfrm>
            <a:custGeom>
              <a:avLst/>
              <a:gdLst/>
              <a:ahLst/>
              <a:cxnLst/>
              <a:rect l="l" t="t" r="r" b="b"/>
              <a:pathLst>
                <a:path w="53984" h="8516" extrusionOk="0">
                  <a:moveTo>
                    <a:pt x="46657" y="1"/>
                  </a:moveTo>
                  <a:cubicBezTo>
                    <a:pt x="46074" y="1"/>
                    <a:pt x="45488" y="51"/>
                    <a:pt x="44899" y="169"/>
                  </a:cubicBezTo>
                  <a:cubicBezTo>
                    <a:pt x="43542" y="431"/>
                    <a:pt x="42387" y="1407"/>
                    <a:pt x="41470" y="2038"/>
                  </a:cubicBezTo>
                  <a:cubicBezTo>
                    <a:pt x="39232" y="3574"/>
                    <a:pt x="37029" y="4872"/>
                    <a:pt x="33612" y="5336"/>
                  </a:cubicBezTo>
                  <a:cubicBezTo>
                    <a:pt x="32989" y="5416"/>
                    <a:pt x="32472" y="5460"/>
                    <a:pt x="31980" y="5460"/>
                  </a:cubicBezTo>
                  <a:cubicBezTo>
                    <a:pt x="31371" y="5460"/>
                    <a:pt x="30802" y="5392"/>
                    <a:pt x="30123" y="5241"/>
                  </a:cubicBezTo>
                  <a:cubicBezTo>
                    <a:pt x="29750" y="5162"/>
                    <a:pt x="28846" y="5072"/>
                    <a:pt x="27839" y="5072"/>
                  </a:cubicBezTo>
                  <a:cubicBezTo>
                    <a:pt x="26724" y="5072"/>
                    <a:pt x="25482" y="5182"/>
                    <a:pt x="24694" y="5538"/>
                  </a:cubicBezTo>
                  <a:cubicBezTo>
                    <a:pt x="23539" y="6071"/>
                    <a:pt x="22016" y="6265"/>
                    <a:pt x="20469" y="6265"/>
                  </a:cubicBezTo>
                  <a:cubicBezTo>
                    <a:pt x="19146" y="6265"/>
                    <a:pt x="17804" y="6123"/>
                    <a:pt x="16657" y="5931"/>
                  </a:cubicBezTo>
                  <a:cubicBezTo>
                    <a:pt x="14636" y="5589"/>
                    <a:pt x="12849" y="5387"/>
                    <a:pt x="11110" y="5387"/>
                  </a:cubicBezTo>
                  <a:cubicBezTo>
                    <a:pt x="8793" y="5387"/>
                    <a:pt x="6562" y="5746"/>
                    <a:pt x="3977" y="6610"/>
                  </a:cubicBezTo>
                  <a:cubicBezTo>
                    <a:pt x="2417" y="7134"/>
                    <a:pt x="1179" y="7801"/>
                    <a:pt x="0" y="8515"/>
                  </a:cubicBezTo>
                  <a:lnTo>
                    <a:pt x="53983" y="8515"/>
                  </a:lnTo>
                  <a:lnTo>
                    <a:pt x="53983" y="1574"/>
                  </a:lnTo>
                  <a:cubicBezTo>
                    <a:pt x="51696" y="973"/>
                    <a:pt x="49211" y="1"/>
                    <a:pt x="466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8" name="Google Shape;1668;p38"/>
          <p:cNvGrpSpPr/>
          <p:nvPr/>
        </p:nvGrpSpPr>
        <p:grpSpPr>
          <a:xfrm rot="-10096696" flipH="1">
            <a:off x="265926" y="1313036"/>
            <a:ext cx="245217" cy="162492"/>
            <a:chOff x="4324925" y="3720525"/>
            <a:chExt cx="47650" cy="31575"/>
          </a:xfrm>
        </p:grpSpPr>
        <p:sp>
          <p:nvSpPr>
            <p:cNvPr id="1669" name="Google Shape;1669;p38"/>
            <p:cNvSpPr/>
            <p:nvPr/>
          </p:nvSpPr>
          <p:spPr>
            <a:xfrm>
              <a:off x="4354700" y="3720525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22" y="1"/>
                  </a:moveTo>
                  <a:cubicBezTo>
                    <a:pt x="143" y="1"/>
                    <a:pt x="0" y="72"/>
                    <a:pt x="0" y="179"/>
                  </a:cubicBezTo>
                  <a:cubicBezTo>
                    <a:pt x="0" y="286"/>
                    <a:pt x="143" y="358"/>
                    <a:pt x="322" y="358"/>
                  </a:cubicBezTo>
                  <a:cubicBezTo>
                    <a:pt x="512" y="358"/>
                    <a:pt x="655" y="286"/>
                    <a:pt x="655" y="179"/>
                  </a:cubicBezTo>
                  <a:cubicBezTo>
                    <a:pt x="655" y="72"/>
                    <a:pt x="512" y="1"/>
                    <a:pt x="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8"/>
            <p:cNvSpPr/>
            <p:nvPr/>
          </p:nvSpPr>
          <p:spPr>
            <a:xfrm>
              <a:off x="4324925" y="3735700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22" y="1"/>
                  </a:moveTo>
                  <a:cubicBezTo>
                    <a:pt x="144" y="1"/>
                    <a:pt x="1" y="84"/>
                    <a:pt x="1" y="179"/>
                  </a:cubicBezTo>
                  <a:cubicBezTo>
                    <a:pt x="1" y="287"/>
                    <a:pt x="144" y="358"/>
                    <a:pt x="322" y="358"/>
                  </a:cubicBezTo>
                  <a:cubicBezTo>
                    <a:pt x="513" y="358"/>
                    <a:pt x="656" y="287"/>
                    <a:pt x="656" y="179"/>
                  </a:cubicBezTo>
                  <a:cubicBezTo>
                    <a:pt x="656" y="96"/>
                    <a:pt x="513" y="1"/>
                    <a:pt x="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8"/>
            <p:cNvSpPr/>
            <p:nvPr/>
          </p:nvSpPr>
          <p:spPr>
            <a:xfrm>
              <a:off x="4356175" y="3743150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34" y="0"/>
                  </a:moveTo>
                  <a:cubicBezTo>
                    <a:pt x="156" y="0"/>
                    <a:pt x="1" y="84"/>
                    <a:pt x="1" y="179"/>
                  </a:cubicBezTo>
                  <a:cubicBezTo>
                    <a:pt x="1" y="286"/>
                    <a:pt x="156" y="358"/>
                    <a:pt x="334" y="358"/>
                  </a:cubicBezTo>
                  <a:cubicBezTo>
                    <a:pt x="513" y="358"/>
                    <a:pt x="656" y="286"/>
                    <a:pt x="656" y="179"/>
                  </a:cubicBezTo>
                  <a:cubicBezTo>
                    <a:pt x="656" y="84"/>
                    <a:pt x="51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38"/>
          <p:cNvGrpSpPr/>
          <p:nvPr/>
        </p:nvGrpSpPr>
        <p:grpSpPr>
          <a:xfrm rot="-638277" flipH="1">
            <a:off x="6498215" y="-785343"/>
            <a:ext cx="2747612" cy="2494043"/>
            <a:chOff x="747700" y="1105791"/>
            <a:chExt cx="2747649" cy="2494076"/>
          </a:xfrm>
        </p:grpSpPr>
        <p:sp>
          <p:nvSpPr>
            <p:cNvPr id="1673" name="Google Shape;1673;p38"/>
            <p:cNvSpPr/>
            <p:nvPr/>
          </p:nvSpPr>
          <p:spPr>
            <a:xfrm>
              <a:off x="1853769" y="1486664"/>
              <a:ext cx="15296" cy="13674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69" y="1"/>
                  </a:moveTo>
                  <a:cubicBezTo>
                    <a:pt x="61" y="1"/>
                    <a:pt x="54" y="2"/>
                    <a:pt x="48" y="6"/>
                  </a:cubicBezTo>
                  <a:cubicBezTo>
                    <a:pt x="24" y="17"/>
                    <a:pt x="0" y="53"/>
                    <a:pt x="24" y="77"/>
                  </a:cubicBezTo>
                  <a:cubicBezTo>
                    <a:pt x="24" y="104"/>
                    <a:pt x="37" y="117"/>
                    <a:pt x="64" y="117"/>
                  </a:cubicBezTo>
                  <a:cubicBezTo>
                    <a:pt x="73" y="117"/>
                    <a:pt x="84" y="116"/>
                    <a:pt x="96" y="113"/>
                  </a:cubicBezTo>
                  <a:cubicBezTo>
                    <a:pt x="119" y="89"/>
                    <a:pt x="131" y="65"/>
                    <a:pt x="119" y="29"/>
                  </a:cubicBezTo>
                  <a:cubicBezTo>
                    <a:pt x="111" y="12"/>
                    <a:pt x="89" y="1"/>
                    <a:pt x="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8"/>
            <p:cNvSpPr/>
            <p:nvPr/>
          </p:nvSpPr>
          <p:spPr>
            <a:xfrm>
              <a:off x="2005451" y="1551555"/>
              <a:ext cx="18077" cy="14485"/>
            </a:xfrm>
            <a:custGeom>
              <a:avLst/>
              <a:gdLst/>
              <a:ahLst/>
              <a:cxnLst/>
              <a:rect l="l" t="t" r="r" b="b"/>
              <a:pathLst>
                <a:path w="156" h="125" extrusionOk="0">
                  <a:moveTo>
                    <a:pt x="84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25" y="17"/>
                    <a:pt x="1" y="53"/>
                    <a:pt x="25" y="88"/>
                  </a:cubicBezTo>
                  <a:cubicBezTo>
                    <a:pt x="37" y="112"/>
                    <a:pt x="60" y="124"/>
                    <a:pt x="96" y="124"/>
                  </a:cubicBezTo>
                  <a:cubicBezTo>
                    <a:pt x="144" y="112"/>
                    <a:pt x="156" y="88"/>
                    <a:pt x="144" y="53"/>
                  </a:cubicBezTo>
                  <a:cubicBezTo>
                    <a:pt x="126" y="16"/>
                    <a:pt x="107" y="1"/>
                    <a:pt x="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8"/>
            <p:cNvSpPr/>
            <p:nvPr/>
          </p:nvSpPr>
          <p:spPr>
            <a:xfrm>
              <a:off x="2956534" y="2220554"/>
              <a:ext cx="34647" cy="31287"/>
            </a:xfrm>
            <a:custGeom>
              <a:avLst/>
              <a:gdLst/>
              <a:ahLst/>
              <a:cxnLst/>
              <a:rect l="l" t="t" r="r" b="b"/>
              <a:pathLst>
                <a:path w="299" h="270" extrusionOk="0">
                  <a:moveTo>
                    <a:pt x="156" y="1"/>
                  </a:moveTo>
                  <a:cubicBezTo>
                    <a:pt x="135" y="1"/>
                    <a:pt x="114" y="6"/>
                    <a:pt x="96" y="17"/>
                  </a:cubicBezTo>
                  <a:cubicBezTo>
                    <a:pt x="36" y="53"/>
                    <a:pt x="0" y="124"/>
                    <a:pt x="36" y="196"/>
                  </a:cubicBezTo>
                  <a:cubicBezTo>
                    <a:pt x="53" y="239"/>
                    <a:pt x="96" y="270"/>
                    <a:pt x="149" y="270"/>
                  </a:cubicBezTo>
                  <a:cubicBezTo>
                    <a:pt x="170" y="270"/>
                    <a:pt x="192" y="265"/>
                    <a:pt x="215" y="255"/>
                  </a:cubicBezTo>
                  <a:cubicBezTo>
                    <a:pt x="274" y="232"/>
                    <a:pt x="298" y="160"/>
                    <a:pt x="274" y="77"/>
                  </a:cubicBezTo>
                  <a:cubicBezTo>
                    <a:pt x="250" y="27"/>
                    <a:pt x="20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8"/>
            <p:cNvSpPr/>
            <p:nvPr/>
          </p:nvSpPr>
          <p:spPr>
            <a:xfrm>
              <a:off x="3086200" y="2567951"/>
              <a:ext cx="55274" cy="48669"/>
            </a:xfrm>
            <a:custGeom>
              <a:avLst/>
              <a:gdLst/>
              <a:ahLst/>
              <a:cxnLst/>
              <a:rect l="l" t="t" r="r" b="b"/>
              <a:pathLst>
                <a:path w="477" h="420" extrusionOk="0">
                  <a:moveTo>
                    <a:pt x="238" y="1"/>
                  </a:moveTo>
                  <a:cubicBezTo>
                    <a:pt x="207" y="1"/>
                    <a:pt x="175" y="7"/>
                    <a:pt x="143" y="20"/>
                  </a:cubicBezTo>
                  <a:cubicBezTo>
                    <a:pt x="48" y="79"/>
                    <a:pt x="1" y="198"/>
                    <a:pt x="48" y="293"/>
                  </a:cubicBezTo>
                  <a:cubicBezTo>
                    <a:pt x="92" y="372"/>
                    <a:pt x="168" y="419"/>
                    <a:pt x="243" y="419"/>
                  </a:cubicBezTo>
                  <a:cubicBezTo>
                    <a:pt x="270" y="419"/>
                    <a:pt x="297" y="413"/>
                    <a:pt x="322" y="401"/>
                  </a:cubicBezTo>
                  <a:cubicBezTo>
                    <a:pt x="429" y="341"/>
                    <a:pt x="477" y="222"/>
                    <a:pt x="429" y="115"/>
                  </a:cubicBezTo>
                  <a:cubicBezTo>
                    <a:pt x="394" y="45"/>
                    <a:pt x="321" y="1"/>
                    <a:pt x="2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8"/>
            <p:cNvSpPr/>
            <p:nvPr/>
          </p:nvSpPr>
          <p:spPr>
            <a:xfrm>
              <a:off x="1906579" y="2283012"/>
              <a:ext cx="84359" cy="74973"/>
            </a:xfrm>
            <a:custGeom>
              <a:avLst/>
              <a:gdLst/>
              <a:ahLst/>
              <a:cxnLst/>
              <a:rect l="l" t="t" r="r" b="b"/>
              <a:pathLst>
                <a:path w="728" h="647" extrusionOk="0">
                  <a:moveTo>
                    <a:pt x="376" y="0"/>
                  </a:moveTo>
                  <a:cubicBezTo>
                    <a:pt x="325" y="0"/>
                    <a:pt x="274" y="13"/>
                    <a:pt x="227" y="38"/>
                  </a:cubicBezTo>
                  <a:cubicBezTo>
                    <a:pt x="60" y="109"/>
                    <a:pt x="1" y="300"/>
                    <a:pt x="72" y="467"/>
                  </a:cubicBezTo>
                  <a:cubicBezTo>
                    <a:pt x="122" y="583"/>
                    <a:pt x="235" y="647"/>
                    <a:pt x="352" y="647"/>
                  </a:cubicBezTo>
                  <a:cubicBezTo>
                    <a:pt x="403" y="647"/>
                    <a:pt x="454" y="635"/>
                    <a:pt x="501" y="609"/>
                  </a:cubicBezTo>
                  <a:cubicBezTo>
                    <a:pt x="668" y="538"/>
                    <a:pt x="727" y="347"/>
                    <a:pt x="656" y="181"/>
                  </a:cubicBezTo>
                  <a:cubicBezTo>
                    <a:pt x="606" y="65"/>
                    <a:pt x="492" y="0"/>
                    <a:pt x="3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8"/>
            <p:cNvSpPr/>
            <p:nvPr/>
          </p:nvSpPr>
          <p:spPr>
            <a:xfrm>
              <a:off x="2415740" y="2941073"/>
              <a:ext cx="62110" cy="54115"/>
            </a:xfrm>
            <a:custGeom>
              <a:avLst/>
              <a:gdLst/>
              <a:ahLst/>
              <a:cxnLst/>
              <a:rect l="l" t="t" r="r" b="b"/>
              <a:pathLst>
                <a:path w="536" h="467" extrusionOk="0">
                  <a:moveTo>
                    <a:pt x="263" y="1"/>
                  </a:moveTo>
                  <a:cubicBezTo>
                    <a:pt x="226" y="1"/>
                    <a:pt x="190" y="9"/>
                    <a:pt x="155" y="26"/>
                  </a:cubicBezTo>
                  <a:cubicBezTo>
                    <a:pt x="60" y="86"/>
                    <a:pt x="0" y="217"/>
                    <a:pt x="60" y="336"/>
                  </a:cubicBezTo>
                  <a:cubicBezTo>
                    <a:pt x="103" y="414"/>
                    <a:pt x="184" y="467"/>
                    <a:pt x="271" y="467"/>
                  </a:cubicBezTo>
                  <a:cubicBezTo>
                    <a:pt x="304" y="467"/>
                    <a:pt x="337" y="459"/>
                    <a:pt x="369" y="443"/>
                  </a:cubicBezTo>
                  <a:cubicBezTo>
                    <a:pt x="476" y="383"/>
                    <a:pt x="536" y="252"/>
                    <a:pt x="476" y="133"/>
                  </a:cubicBezTo>
                  <a:cubicBezTo>
                    <a:pt x="434" y="49"/>
                    <a:pt x="350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8"/>
            <p:cNvSpPr/>
            <p:nvPr/>
          </p:nvSpPr>
          <p:spPr>
            <a:xfrm>
              <a:off x="2625360" y="2598659"/>
              <a:ext cx="31866" cy="25725"/>
            </a:xfrm>
            <a:custGeom>
              <a:avLst/>
              <a:gdLst/>
              <a:ahLst/>
              <a:cxnLst/>
              <a:rect l="l" t="t" r="r" b="b"/>
              <a:pathLst>
                <a:path w="275" h="222" extrusionOk="0">
                  <a:moveTo>
                    <a:pt x="126" y="1"/>
                  </a:moveTo>
                  <a:cubicBezTo>
                    <a:pt x="115" y="1"/>
                    <a:pt x="104" y="2"/>
                    <a:pt x="96" y="5"/>
                  </a:cubicBezTo>
                  <a:cubicBezTo>
                    <a:pt x="37" y="28"/>
                    <a:pt x="1" y="88"/>
                    <a:pt x="37" y="148"/>
                  </a:cubicBezTo>
                  <a:cubicBezTo>
                    <a:pt x="54" y="191"/>
                    <a:pt x="90" y="221"/>
                    <a:pt x="131" y="221"/>
                  </a:cubicBezTo>
                  <a:cubicBezTo>
                    <a:pt x="147" y="221"/>
                    <a:pt x="163" y="217"/>
                    <a:pt x="180" y="207"/>
                  </a:cubicBezTo>
                  <a:cubicBezTo>
                    <a:pt x="239" y="183"/>
                    <a:pt x="275" y="124"/>
                    <a:pt x="239" y="64"/>
                  </a:cubicBezTo>
                  <a:cubicBezTo>
                    <a:pt x="221" y="18"/>
                    <a:pt x="166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8"/>
            <p:cNvSpPr/>
            <p:nvPr/>
          </p:nvSpPr>
          <p:spPr>
            <a:xfrm>
              <a:off x="2746798" y="2622297"/>
              <a:ext cx="30476" cy="26304"/>
            </a:xfrm>
            <a:custGeom>
              <a:avLst/>
              <a:gdLst/>
              <a:ahLst/>
              <a:cxnLst/>
              <a:rect l="l" t="t" r="r" b="b"/>
              <a:pathLst>
                <a:path w="263" h="227" extrusionOk="0">
                  <a:moveTo>
                    <a:pt x="108" y="1"/>
                  </a:moveTo>
                  <a:cubicBezTo>
                    <a:pt x="100" y="1"/>
                    <a:pt x="92" y="1"/>
                    <a:pt x="84" y="3"/>
                  </a:cubicBezTo>
                  <a:cubicBezTo>
                    <a:pt x="24" y="27"/>
                    <a:pt x="1" y="98"/>
                    <a:pt x="24" y="158"/>
                  </a:cubicBezTo>
                  <a:cubicBezTo>
                    <a:pt x="33" y="202"/>
                    <a:pt x="81" y="227"/>
                    <a:pt x="130" y="227"/>
                  </a:cubicBezTo>
                  <a:cubicBezTo>
                    <a:pt x="147" y="227"/>
                    <a:pt x="164" y="224"/>
                    <a:pt x="179" y="217"/>
                  </a:cubicBezTo>
                  <a:cubicBezTo>
                    <a:pt x="239" y="205"/>
                    <a:pt x="263" y="122"/>
                    <a:pt x="239" y="63"/>
                  </a:cubicBezTo>
                  <a:cubicBezTo>
                    <a:pt x="208" y="32"/>
                    <a:pt x="159" y="1"/>
                    <a:pt x="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8"/>
            <p:cNvSpPr/>
            <p:nvPr/>
          </p:nvSpPr>
          <p:spPr>
            <a:xfrm>
              <a:off x="2299863" y="2547325"/>
              <a:ext cx="48321" cy="41716"/>
            </a:xfrm>
            <a:custGeom>
              <a:avLst/>
              <a:gdLst/>
              <a:ahLst/>
              <a:cxnLst/>
              <a:rect l="l" t="t" r="r" b="b"/>
              <a:pathLst>
                <a:path w="417" h="360" extrusionOk="0">
                  <a:moveTo>
                    <a:pt x="212" y="0"/>
                  </a:moveTo>
                  <a:cubicBezTo>
                    <a:pt x="185" y="0"/>
                    <a:pt x="157" y="6"/>
                    <a:pt x="131" y="19"/>
                  </a:cubicBezTo>
                  <a:cubicBezTo>
                    <a:pt x="48" y="55"/>
                    <a:pt x="0" y="162"/>
                    <a:pt x="48" y="257"/>
                  </a:cubicBezTo>
                  <a:cubicBezTo>
                    <a:pt x="74" y="318"/>
                    <a:pt x="137" y="359"/>
                    <a:pt x="207" y="359"/>
                  </a:cubicBezTo>
                  <a:cubicBezTo>
                    <a:pt x="233" y="359"/>
                    <a:pt x="260" y="354"/>
                    <a:pt x="286" y="341"/>
                  </a:cubicBezTo>
                  <a:cubicBezTo>
                    <a:pt x="369" y="293"/>
                    <a:pt x="417" y="198"/>
                    <a:pt x="369" y="102"/>
                  </a:cubicBezTo>
                  <a:cubicBezTo>
                    <a:pt x="352" y="42"/>
                    <a:pt x="284" y="0"/>
                    <a:pt x="2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8"/>
            <p:cNvSpPr/>
            <p:nvPr/>
          </p:nvSpPr>
          <p:spPr>
            <a:xfrm>
              <a:off x="3288984" y="2452654"/>
              <a:ext cx="27695" cy="23523"/>
            </a:xfrm>
            <a:custGeom>
              <a:avLst/>
              <a:gdLst/>
              <a:ahLst/>
              <a:cxnLst/>
              <a:rect l="l" t="t" r="r" b="b"/>
              <a:pathLst>
                <a:path w="239" h="203" extrusionOk="0">
                  <a:moveTo>
                    <a:pt x="119" y="0"/>
                  </a:moveTo>
                  <a:cubicBezTo>
                    <a:pt x="106" y="0"/>
                    <a:pt x="94" y="4"/>
                    <a:pt x="84" y="15"/>
                  </a:cubicBezTo>
                  <a:cubicBezTo>
                    <a:pt x="37" y="38"/>
                    <a:pt x="1" y="98"/>
                    <a:pt x="37" y="146"/>
                  </a:cubicBezTo>
                  <a:cubicBezTo>
                    <a:pt x="54" y="180"/>
                    <a:pt x="91" y="202"/>
                    <a:pt x="128" y="202"/>
                  </a:cubicBezTo>
                  <a:cubicBezTo>
                    <a:pt x="141" y="202"/>
                    <a:pt x="155" y="200"/>
                    <a:pt x="168" y="193"/>
                  </a:cubicBezTo>
                  <a:cubicBezTo>
                    <a:pt x="215" y="157"/>
                    <a:pt x="239" y="98"/>
                    <a:pt x="215" y="62"/>
                  </a:cubicBezTo>
                  <a:cubicBezTo>
                    <a:pt x="190" y="28"/>
                    <a:pt x="152" y="0"/>
                    <a:pt x="1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8"/>
            <p:cNvSpPr/>
            <p:nvPr/>
          </p:nvSpPr>
          <p:spPr>
            <a:xfrm>
              <a:off x="3323515" y="2324611"/>
              <a:ext cx="16686" cy="12978"/>
            </a:xfrm>
            <a:custGeom>
              <a:avLst/>
              <a:gdLst/>
              <a:ahLst/>
              <a:cxnLst/>
              <a:rect l="l" t="t" r="r" b="b"/>
              <a:pathLst>
                <a:path w="144" h="112" extrusionOk="0">
                  <a:moveTo>
                    <a:pt x="48" y="0"/>
                  </a:moveTo>
                  <a:cubicBezTo>
                    <a:pt x="24" y="12"/>
                    <a:pt x="0" y="48"/>
                    <a:pt x="24" y="72"/>
                  </a:cubicBezTo>
                  <a:cubicBezTo>
                    <a:pt x="33" y="99"/>
                    <a:pt x="49" y="112"/>
                    <a:pt x="71" y="112"/>
                  </a:cubicBezTo>
                  <a:cubicBezTo>
                    <a:pt x="79" y="112"/>
                    <a:pt x="87" y="110"/>
                    <a:pt x="96" y="108"/>
                  </a:cubicBezTo>
                  <a:cubicBezTo>
                    <a:pt x="120" y="96"/>
                    <a:pt x="143" y="60"/>
                    <a:pt x="120" y="36"/>
                  </a:cubicBezTo>
                  <a:cubicBezTo>
                    <a:pt x="108" y="12"/>
                    <a:pt x="84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8"/>
            <p:cNvSpPr/>
            <p:nvPr/>
          </p:nvSpPr>
          <p:spPr>
            <a:xfrm>
              <a:off x="3192459" y="2255665"/>
              <a:ext cx="13905" cy="11588"/>
            </a:xfrm>
            <a:custGeom>
              <a:avLst/>
              <a:gdLst/>
              <a:ahLst/>
              <a:cxnLst/>
              <a:rect l="l" t="t" r="r" b="b"/>
              <a:pathLst>
                <a:path w="120" h="100" extrusionOk="0">
                  <a:moveTo>
                    <a:pt x="48" y="0"/>
                  </a:moveTo>
                  <a:cubicBezTo>
                    <a:pt x="24" y="0"/>
                    <a:pt x="0" y="36"/>
                    <a:pt x="24" y="60"/>
                  </a:cubicBezTo>
                  <a:cubicBezTo>
                    <a:pt x="24" y="86"/>
                    <a:pt x="38" y="100"/>
                    <a:pt x="59" y="100"/>
                  </a:cubicBezTo>
                  <a:cubicBezTo>
                    <a:pt x="67" y="100"/>
                    <a:pt x="75" y="98"/>
                    <a:pt x="84" y="95"/>
                  </a:cubicBezTo>
                  <a:cubicBezTo>
                    <a:pt x="108" y="95"/>
                    <a:pt x="119" y="60"/>
                    <a:pt x="108" y="36"/>
                  </a:cubicBezTo>
                  <a:cubicBezTo>
                    <a:pt x="108" y="12"/>
                    <a:pt x="84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8"/>
            <p:cNvSpPr/>
            <p:nvPr/>
          </p:nvSpPr>
          <p:spPr>
            <a:xfrm>
              <a:off x="2589554" y="2128433"/>
              <a:ext cx="34531" cy="30360"/>
            </a:xfrm>
            <a:custGeom>
              <a:avLst/>
              <a:gdLst/>
              <a:ahLst/>
              <a:cxnLst/>
              <a:rect l="l" t="t" r="r" b="b"/>
              <a:pathLst>
                <a:path w="298" h="262" extrusionOk="0">
                  <a:moveTo>
                    <a:pt x="149" y="0"/>
                  </a:moveTo>
                  <a:cubicBezTo>
                    <a:pt x="129" y="0"/>
                    <a:pt x="107" y="5"/>
                    <a:pt x="84" y="15"/>
                  </a:cubicBezTo>
                  <a:cubicBezTo>
                    <a:pt x="24" y="38"/>
                    <a:pt x="0" y="134"/>
                    <a:pt x="24" y="193"/>
                  </a:cubicBezTo>
                  <a:cubicBezTo>
                    <a:pt x="51" y="237"/>
                    <a:pt x="103" y="262"/>
                    <a:pt x="153" y="262"/>
                  </a:cubicBezTo>
                  <a:cubicBezTo>
                    <a:pt x="170" y="262"/>
                    <a:pt x="187" y="259"/>
                    <a:pt x="203" y="253"/>
                  </a:cubicBezTo>
                  <a:cubicBezTo>
                    <a:pt x="262" y="217"/>
                    <a:pt x="298" y="134"/>
                    <a:pt x="262" y="74"/>
                  </a:cubicBezTo>
                  <a:cubicBezTo>
                    <a:pt x="245" y="31"/>
                    <a:pt x="203" y="0"/>
                    <a:pt x="1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8"/>
            <p:cNvSpPr/>
            <p:nvPr/>
          </p:nvSpPr>
          <p:spPr>
            <a:xfrm>
              <a:off x="2050150" y="1989960"/>
              <a:ext cx="49711" cy="43802"/>
            </a:xfrm>
            <a:custGeom>
              <a:avLst/>
              <a:gdLst/>
              <a:ahLst/>
              <a:cxnLst/>
              <a:rect l="l" t="t" r="r" b="b"/>
              <a:pathLst>
                <a:path w="429" h="378" extrusionOk="0">
                  <a:moveTo>
                    <a:pt x="215" y="0"/>
                  </a:moveTo>
                  <a:cubicBezTo>
                    <a:pt x="189" y="0"/>
                    <a:pt x="160" y="6"/>
                    <a:pt x="131" y="19"/>
                  </a:cubicBezTo>
                  <a:cubicBezTo>
                    <a:pt x="36" y="67"/>
                    <a:pt x="0" y="186"/>
                    <a:pt x="36" y="269"/>
                  </a:cubicBezTo>
                  <a:cubicBezTo>
                    <a:pt x="71" y="340"/>
                    <a:pt x="146" y="378"/>
                    <a:pt x="222" y="378"/>
                  </a:cubicBezTo>
                  <a:cubicBezTo>
                    <a:pt x="247" y="378"/>
                    <a:pt x="273" y="373"/>
                    <a:pt x="298" y="364"/>
                  </a:cubicBezTo>
                  <a:cubicBezTo>
                    <a:pt x="381" y="317"/>
                    <a:pt x="429" y="198"/>
                    <a:pt x="381" y="102"/>
                  </a:cubicBezTo>
                  <a:cubicBezTo>
                    <a:pt x="346" y="42"/>
                    <a:pt x="287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8"/>
            <p:cNvSpPr/>
            <p:nvPr/>
          </p:nvSpPr>
          <p:spPr>
            <a:xfrm>
              <a:off x="2443318" y="2214529"/>
              <a:ext cx="30476" cy="27115"/>
            </a:xfrm>
            <a:custGeom>
              <a:avLst/>
              <a:gdLst/>
              <a:ahLst/>
              <a:cxnLst/>
              <a:rect l="l" t="t" r="r" b="b"/>
              <a:pathLst>
                <a:path w="263" h="234" extrusionOk="0">
                  <a:moveTo>
                    <a:pt x="129" y="1"/>
                  </a:moveTo>
                  <a:cubicBezTo>
                    <a:pt x="114" y="1"/>
                    <a:pt x="99" y="4"/>
                    <a:pt x="84" y="10"/>
                  </a:cubicBezTo>
                  <a:cubicBezTo>
                    <a:pt x="24" y="45"/>
                    <a:pt x="0" y="105"/>
                    <a:pt x="24" y="165"/>
                  </a:cubicBezTo>
                  <a:cubicBezTo>
                    <a:pt x="42" y="209"/>
                    <a:pt x="79" y="233"/>
                    <a:pt x="126" y="233"/>
                  </a:cubicBezTo>
                  <a:cubicBezTo>
                    <a:pt x="143" y="233"/>
                    <a:pt x="160" y="230"/>
                    <a:pt x="179" y="224"/>
                  </a:cubicBezTo>
                  <a:cubicBezTo>
                    <a:pt x="238" y="188"/>
                    <a:pt x="262" y="129"/>
                    <a:pt x="238" y="69"/>
                  </a:cubicBezTo>
                  <a:cubicBezTo>
                    <a:pt x="212" y="25"/>
                    <a:pt x="172" y="1"/>
                    <a:pt x="1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8"/>
            <p:cNvSpPr/>
            <p:nvPr/>
          </p:nvSpPr>
          <p:spPr>
            <a:xfrm>
              <a:off x="2626750" y="2305260"/>
              <a:ext cx="34647" cy="30708"/>
            </a:xfrm>
            <a:custGeom>
              <a:avLst/>
              <a:gdLst/>
              <a:ahLst/>
              <a:cxnLst/>
              <a:rect l="l" t="t" r="r" b="b"/>
              <a:pathLst>
                <a:path w="299" h="265" extrusionOk="0">
                  <a:moveTo>
                    <a:pt x="163" y="0"/>
                  </a:moveTo>
                  <a:cubicBezTo>
                    <a:pt x="140" y="0"/>
                    <a:pt x="116" y="8"/>
                    <a:pt x="96" y="24"/>
                  </a:cubicBezTo>
                  <a:cubicBezTo>
                    <a:pt x="37" y="48"/>
                    <a:pt x="1" y="132"/>
                    <a:pt x="37" y="191"/>
                  </a:cubicBezTo>
                  <a:cubicBezTo>
                    <a:pt x="54" y="234"/>
                    <a:pt x="109" y="265"/>
                    <a:pt x="160" y="265"/>
                  </a:cubicBezTo>
                  <a:cubicBezTo>
                    <a:pt x="180" y="265"/>
                    <a:pt x="199" y="261"/>
                    <a:pt x="215" y="251"/>
                  </a:cubicBezTo>
                  <a:cubicBezTo>
                    <a:pt x="275" y="227"/>
                    <a:pt x="298" y="144"/>
                    <a:pt x="275" y="84"/>
                  </a:cubicBezTo>
                  <a:cubicBezTo>
                    <a:pt x="251" y="29"/>
                    <a:pt x="207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8"/>
            <p:cNvSpPr/>
            <p:nvPr/>
          </p:nvSpPr>
          <p:spPr>
            <a:xfrm>
              <a:off x="1215377" y="2841999"/>
              <a:ext cx="2897" cy="4172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13" y="0"/>
                  </a:moveTo>
                  <a:cubicBezTo>
                    <a:pt x="1" y="0"/>
                    <a:pt x="1" y="12"/>
                    <a:pt x="1" y="12"/>
                  </a:cubicBezTo>
                  <a:cubicBezTo>
                    <a:pt x="1" y="36"/>
                    <a:pt x="13" y="36"/>
                    <a:pt x="13" y="36"/>
                  </a:cubicBezTo>
                  <a:cubicBezTo>
                    <a:pt x="25" y="36"/>
                    <a:pt x="25" y="12"/>
                    <a:pt x="25" y="12"/>
                  </a:cubicBezTo>
                  <a:cubicBezTo>
                    <a:pt x="25" y="0"/>
                    <a:pt x="13" y="0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8"/>
            <p:cNvSpPr/>
            <p:nvPr/>
          </p:nvSpPr>
          <p:spPr>
            <a:xfrm>
              <a:off x="1520363" y="3032384"/>
              <a:ext cx="37313" cy="32562"/>
            </a:xfrm>
            <a:custGeom>
              <a:avLst/>
              <a:gdLst/>
              <a:ahLst/>
              <a:cxnLst/>
              <a:rect l="l" t="t" r="r" b="b"/>
              <a:pathLst>
                <a:path w="322" h="281" extrusionOk="0">
                  <a:moveTo>
                    <a:pt x="169" y="0"/>
                  </a:moveTo>
                  <a:cubicBezTo>
                    <a:pt x="152" y="0"/>
                    <a:pt x="136" y="4"/>
                    <a:pt x="119" y="12"/>
                  </a:cubicBezTo>
                  <a:cubicBezTo>
                    <a:pt x="48" y="36"/>
                    <a:pt x="0" y="119"/>
                    <a:pt x="24" y="191"/>
                  </a:cubicBezTo>
                  <a:cubicBezTo>
                    <a:pt x="53" y="240"/>
                    <a:pt x="106" y="280"/>
                    <a:pt x="164" y="280"/>
                  </a:cubicBezTo>
                  <a:cubicBezTo>
                    <a:pt x="177" y="280"/>
                    <a:pt x="190" y="278"/>
                    <a:pt x="202" y="274"/>
                  </a:cubicBezTo>
                  <a:cubicBezTo>
                    <a:pt x="286" y="250"/>
                    <a:pt x="321" y="179"/>
                    <a:pt x="298" y="95"/>
                  </a:cubicBezTo>
                  <a:cubicBezTo>
                    <a:pt x="270" y="41"/>
                    <a:pt x="22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8"/>
            <p:cNvSpPr/>
            <p:nvPr/>
          </p:nvSpPr>
          <p:spPr>
            <a:xfrm>
              <a:off x="1409933" y="2653816"/>
              <a:ext cx="56664" cy="49480"/>
            </a:xfrm>
            <a:custGeom>
              <a:avLst/>
              <a:gdLst/>
              <a:ahLst/>
              <a:cxnLst/>
              <a:rect l="l" t="t" r="r" b="b"/>
              <a:pathLst>
                <a:path w="489" h="427" extrusionOk="0">
                  <a:moveTo>
                    <a:pt x="255" y="0"/>
                  </a:moveTo>
                  <a:cubicBezTo>
                    <a:pt x="230" y="0"/>
                    <a:pt x="204" y="6"/>
                    <a:pt x="179" y="17"/>
                  </a:cubicBezTo>
                  <a:cubicBezTo>
                    <a:pt x="60" y="64"/>
                    <a:pt x="1" y="184"/>
                    <a:pt x="48" y="291"/>
                  </a:cubicBezTo>
                  <a:cubicBezTo>
                    <a:pt x="68" y="372"/>
                    <a:pt x="158" y="427"/>
                    <a:pt x="257" y="427"/>
                  </a:cubicBezTo>
                  <a:cubicBezTo>
                    <a:pt x="275" y="427"/>
                    <a:pt x="292" y="425"/>
                    <a:pt x="310" y="422"/>
                  </a:cubicBezTo>
                  <a:cubicBezTo>
                    <a:pt x="429" y="374"/>
                    <a:pt x="489" y="255"/>
                    <a:pt x="441" y="148"/>
                  </a:cubicBezTo>
                  <a:cubicBezTo>
                    <a:pt x="414" y="57"/>
                    <a:pt x="337" y="0"/>
                    <a:pt x="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8"/>
            <p:cNvSpPr/>
            <p:nvPr/>
          </p:nvSpPr>
          <p:spPr>
            <a:xfrm>
              <a:off x="1202978" y="3012221"/>
              <a:ext cx="84243" cy="74857"/>
            </a:xfrm>
            <a:custGeom>
              <a:avLst/>
              <a:gdLst/>
              <a:ahLst/>
              <a:cxnLst/>
              <a:rect l="l" t="t" r="r" b="b"/>
              <a:pathLst>
                <a:path w="727" h="646" extrusionOk="0">
                  <a:moveTo>
                    <a:pt x="362" y="0"/>
                  </a:moveTo>
                  <a:cubicBezTo>
                    <a:pt x="324" y="0"/>
                    <a:pt x="287" y="6"/>
                    <a:pt x="251" y="19"/>
                  </a:cubicBezTo>
                  <a:cubicBezTo>
                    <a:pt x="84" y="79"/>
                    <a:pt x="1" y="269"/>
                    <a:pt x="60" y="436"/>
                  </a:cubicBezTo>
                  <a:cubicBezTo>
                    <a:pt x="107" y="566"/>
                    <a:pt x="233" y="646"/>
                    <a:pt x="366" y="646"/>
                  </a:cubicBezTo>
                  <a:cubicBezTo>
                    <a:pt x="403" y="646"/>
                    <a:pt x="440" y="640"/>
                    <a:pt x="477" y="627"/>
                  </a:cubicBezTo>
                  <a:cubicBezTo>
                    <a:pt x="632" y="567"/>
                    <a:pt x="727" y="377"/>
                    <a:pt x="667" y="210"/>
                  </a:cubicBezTo>
                  <a:cubicBezTo>
                    <a:pt x="621" y="80"/>
                    <a:pt x="494" y="0"/>
                    <a:pt x="3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8"/>
            <p:cNvSpPr/>
            <p:nvPr/>
          </p:nvSpPr>
          <p:spPr>
            <a:xfrm>
              <a:off x="1447129" y="3088352"/>
              <a:ext cx="55389" cy="49596"/>
            </a:xfrm>
            <a:custGeom>
              <a:avLst/>
              <a:gdLst/>
              <a:ahLst/>
              <a:cxnLst/>
              <a:rect l="l" t="t" r="r" b="b"/>
              <a:pathLst>
                <a:path w="478" h="428" extrusionOk="0">
                  <a:moveTo>
                    <a:pt x="257" y="1"/>
                  </a:moveTo>
                  <a:cubicBezTo>
                    <a:pt x="231" y="1"/>
                    <a:pt x="205" y="6"/>
                    <a:pt x="180" y="17"/>
                  </a:cubicBezTo>
                  <a:cubicBezTo>
                    <a:pt x="61" y="53"/>
                    <a:pt x="1" y="184"/>
                    <a:pt x="49" y="291"/>
                  </a:cubicBezTo>
                  <a:cubicBezTo>
                    <a:pt x="89" y="372"/>
                    <a:pt x="181" y="427"/>
                    <a:pt x="274" y="427"/>
                  </a:cubicBezTo>
                  <a:cubicBezTo>
                    <a:pt x="290" y="427"/>
                    <a:pt x="306" y="426"/>
                    <a:pt x="322" y="422"/>
                  </a:cubicBezTo>
                  <a:cubicBezTo>
                    <a:pt x="442" y="386"/>
                    <a:pt x="477" y="267"/>
                    <a:pt x="453" y="148"/>
                  </a:cubicBezTo>
                  <a:cubicBezTo>
                    <a:pt x="426" y="57"/>
                    <a:pt x="343" y="1"/>
                    <a:pt x="2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8"/>
            <p:cNvSpPr/>
            <p:nvPr/>
          </p:nvSpPr>
          <p:spPr>
            <a:xfrm>
              <a:off x="1684444" y="3062512"/>
              <a:ext cx="62226" cy="54694"/>
            </a:xfrm>
            <a:custGeom>
              <a:avLst/>
              <a:gdLst/>
              <a:ahLst/>
              <a:cxnLst/>
              <a:rect l="l" t="t" r="r" b="b"/>
              <a:pathLst>
                <a:path w="537" h="472" extrusionOk="0">
                  <a:moveTo>
                    <a:pt x="262" y="0"/>
                  </a:moveTo>
                  <a:cubicBezTo>
                    <a:pt x="238" y="0"/>
                    <a:pt x="215" y="5"/>
                    <a:pt x="191" y="14"/>
                  </a:cubicBezTo>
                  <a:cubicBezTo>
                    <a:pt x="72" y="62"/>
                    <a:pt x="1" y="193"/>
                    <a:pt x="37" y="312"/>
                  </a:cubicBezTo>
                  <a:cubicBezTo>
                    <a:pt x="77" y="413"/>
                    <a:pt x="179" y="472"/>
                    <a:pt x="282" y="472"/>
                  </a:cubicBezTo>
                  <a:cubicBezTo>
                    <a:pt x="299" y="472"/>
                    <a:pt x="317" y="470"/>
                    <a:pt x="334" y="467"/>
                  </a:cubicBezTo>
                  <a:cubicBezTo>
                    <a:pt x="453" y="419"/>
                    <a:pt x="537" y="288"/>
                    <a:pt x="489" y="169"/>
                  </a:cubicBezTo>
                  <a:cubicBezTo>
                    <a:pt x="451" y="73"/>
                    <a:pt x="358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8"/>
            <p:cNvSpPr/>
            <p:nvPr/>
          </p:nvSpPr>
          <p:spPr>
            <a:xfrm>
              <a:off x="1603099" y="2823690"/>
              <a:ext cx="62226" cy="54578"/>
            </a:xfrm>
            <a:custGeom>
              <a:avLst/>
              <a:gdLst/>
              <a:ahLst/>
              <a:cxnLst/>
              <a:rect l="l" t="t" r="r" b="b"/>
              <a:pathLst>
                <a:path w="537" h="471" extrusionOk="0">
                  <a:moveTo>
                    <a:pt x="268" y="0"/>
                  </a:moveTo>
                  <a:cubicBezTo>
                    <a:pt x="242" y="0"/>
                    <a:pt x="216" y="5"/>
                    <a:pt x="191" y="15"/>
                  </a:cubicBezTo>
                  <a:cubicBezTo>
                    <a:pt x="72" y="51"/>
                    <a:pt x="0" y="194"/>
                    <a:pt x="36" y="313"/>
                  </a:cubicBezTo>
                  <a:cubicBezTo>
                    <a:pt x="64" y="407"/>
                    <a:pt x="151" y="471"/>
                    <a:pt x="251" y="471"/>
                  </a:cubicBezTo>
                  <a:cubicBezTo>
                    <a:pt x="278" y="471"/>
                    <a:pt x="306" y="466"/>
                    <a:pt x="334" y="456"/>
                  </a:cubicBezTo>
                  <a:cubicBezTo>
                    <a:pt x="465" y="408"/>
                    <a:pt x="536" y="277"/>
                    <a:pt x="489" y="158"/>
                  </a:cubicBezTo>
                  <a:cubicBezTo>
                    <a:pt x="451" y="65"/>
                    <a:pt x="362" y="0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8"/>
            <p:cNvSpPr/>
            <p:nvPr/>
          </p:nvSpPr>
          <p:spPr>
            <a:xfrm>
              <a:off x="991851" y="2636898"/>
              <a:ext cx="87024" cy="76363"/>
            </a:xfrm>
            <a:custGeom>
              <a:avLst/>
              <a:gdLst/>
              <a:ahLst/>
              <a:cxnLst/>
              <a:rect l="l" t="t" r="r" b="b"/>
              <a:pathLst>
                <a:path w="751" h="659" extrusionOk="0">
                  <a:moveTo>
                    <a:pt x="389" y="1"/>
                  </a:moveTo>
                  <a:cubicBezTo>
                    <a:pt x="352" y="1"/>
                    <a:pt x="313" y="7"/>
                    <a:pt x="275" y="20"/>
                  </a:cubicBezTo>
                  <a:cubicBezTo>
                    <a:pt x="96" y="79"/>
                    <a:pt x="1" y="258"/>
                    <a:pt x="60" y="437"/>
                  </a:cubicBezTo>
                  <a:cubicBezTo>
                    <a:pt x="107" y="577"/>
                    <a:pt x="242" y="658"/>
                    <a:pt x="372" y="658"/>
                  </a:cubicBezTo>
                  <a:cubicBezTo>
                    <a:pt x="408" y="658"/>
                    <a:pt x="444" y="652"/>
                    <a:pt x="477" y="639"/>
                  </a:cubicBezTo>
                  <a:cubicBezTo>
                    <a:pt x="656" y="580"/>
                    <a:pt x="751" y="401"/>
                    <a:pt x="691" y="222"/>
                  </a:cubicBezTo>
                  <a:cubicBezTo>
                    <a:pt x="645" y="82"/>
                    <a:pt x="525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8"/>
            <p:cNvSpPr/>
            <p:nvPr/>
          </p:nvSpPr>
          <p:spPr>
            <a:xfrm>
              <a:off x="1895571" y="2698196"/>
              <a:ext cx="30476" cy="26999"/>
            </a:xfrm>
            <a:custGeom>
              <a:avLst/>
              <a:gdLst/>
              <a:ahLst/>
              <a:cxnLst/>
              <a:rect l="l" t="t" r="r" b="b"/>
              <a:pathLst>
                <a:path w="263" h="233" extrusionOk="0">
                  <a:moveTo>
                    <a:pt x="119" y="1"/>
                  </a:moveTo>
                  <a:cubicBezTo>
                    <a:pt x="111" y="1"/>
                    <a:pt x="103" y="1"/>
                    <a:pt x="96" y="3"/>
                  </a:cubicBezTo>
                  <a:cubicBezTo>
                    <a:pt x="36" y="39"/>
                    <a:pt x="1" y="98"/>
                    <a:pt x="24" y="158"/>
                  </a:cubicBezTo>
                  <a:cubicBezTo>
                    <a:pt x="44" y="207"/>
                    <a:pt x="89" y="232"/>
                    <a:pt x="138" y="232"/>
                  </a:cubicBezTo>
                  <a:cubicBezTo>
                    <a:pt x="147" y="232"/>
                    <a:pt x="157" y="231"/>
                    <a:pt x="167" y="229"/>
                  </a:cubicBezTo>
                  <a:cubicBezTo>
                    <a:pt x="227" y="205"/>
                    <a:pt x="262" y="146"/>
                    <a:pt x="239" y="86"/>
                  </a:cubicBezTo>
                  <a:cubicBezTo>
                    <a:pt x="218" y="34"/>
                    <a:pt x="170" y="1"/>
                    <a:pt x="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8"/>
            <p:cNvSpPr/>
            <p:nvPr/>
          </p:nvSpPr>
          <p:spPr>
            <a:xfrm>
              <a:off x="1778304" y="2660884"/>
              <a:ext cx="29085" cy="26884"/>
            </a:xfrm>
            <a:custGeom>
              <a:avLst/>
              <a:gdLst/>
              <a:ahLst/>
              <a:cxnLst/>
              <a:rect l="l" t="t" r="r" b="b"/>
              <a:pathLst>
                <a:path w="251" h="232" extrusionOk="0">
                  <a:moveTo>
                    <a:pt x="126" y="0"/>
                  </a:moveTo>
                  <a:cubicBezTo>
                    <a:pt x="116" y="0"/>
                    <a:pt x="106" y="1"/>
                    <a:pt x="96" y="3"/>
                  </a:cubicBezTo>
                  <a:cubicBezTo>
                    <a:pt x="36" y="15"/>
                    <a:pt x="0" y="87"/>
                    <a:pt x="12" y="146"/>
                  </a:cubicBezTo>
                  <a:cubicBezTo>
                    <a:pt x="33" y="198"/>
                    <a:pt x="90" y="232"/>
                    <a:pt x="144" y="232"/>
                  </a:cubicBezTo>
                  <a:cubicBezTo>
                    <a:pt x="152" y="232"/>
                    <a:pt x="159" y="231"/>
                    <a:pt x="167" y="230"/>
                  </a:cubicBezTo>
                  <a:cubicBezTo>
                    <a:pt x="227" y="206"/>
                    <a:pt x="251" y="134"/>
                    <a:pt x="239" y="75"/>
                  </a:cubicBezTo>
                  <a:cubicBezTo>
                    <a:pt x="229" y="25"/>
                    <a:pt x="177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1787922" y="2811639"/>
              <a:ext cx="48437" cy="43106"/>
            </a:xfrm>
            <a:custGeom>
              <a:avLst/>
              <a:gdLst/>
              <a:ahLst/>
              <a:cxnLst/>
              <a:rect l="l" t="t" r="r" b="b"/>
              <a:pathLst>
                <a:path w="418" h="372" extrusionOk="0">
                  <a:moveTo>
                    <a:pt x="206" y="0"/>
                  </a:moveTo>
                  <a:cubicBezTo>
                    <a:pt x="186" y="0"/>
                    <a:pt x="165" y="4"/>
                    <a:pt x="144" y="12"/>
                  </a:cubicBezTo>
                  <a:cubicBezTo>
                    <a:pt x="37" y="48"/>
                    <a:pt x="1" y="155"/>
                    <a:pt x="25" y="250"/>
                  </a:cubicBezTo>
                  <a:cubicBezTo>
                    <a:pt x="57" y="325"/>
                    <a:pt x="137" y="371"/>
                    <a:pt x="230" y="371"/>
                  </a:cubicBezTo>
                  <a:cubicBezTo>
                    <a:pt x="241" y="371"/>
                    <a:pt x="252" y="371"/>
                    <a:pt x="263" y="369"/>
                  </a:cubicBezTo>
                  <a:cubicBezTo>
                    <a:pt x="370" y="322"/>
                    <a:pt x="418" y="215"/>
                    <a:pt x="382" y="131"/>
                  </a:cubicBezTo>
                  <a:cubicBezTo>
                    <a:pt x="345" y="48"/>
                    <a:pt x="279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8"/>
            <p:cNvSpPr/>
            <p:nvPr/>
          </p:nvSpPr>
          <p:spPr>
            <a:xfrm>
              <a:off x="1223720" y="2776297"/>
              <a:ext cx="23523" cy="21901"/>
            </a:xfrm>
            <a:custGeom>
              <a:avLst/>
              <a:gdLst/>
              <a:ahLst/>
              <a:cxnLst/>
              <a:rect l="l" t="t" r="r" b="b"/>
              <a:pathLst>
                <a:path w="203" h="189" extrusionOk="0">
                  <a:moveTo>
                    <a:pt x="104" y="0"/>
                  </a:moveTo>
                  <a:cubicBezTo>
                    <a:pt x="93" y="0"/>
                    <a:pt x="82" y="2"/>
                    <a:pt x="72" y="8"/>
                  </a:cubicBezTo>
                  <a:cubicBezTo>
                    <a:pt x="24" y="19"/>
                    <a:pt x="0" y="79"/>
                    <a:pt x="12" y="127"/>
                  </a:cubicBezTo>
                  <a:cubicBezTo>
                    <a:pt x="22" y="158"/>
                    <a:pt x="68" y="189"/>
                    <a:pt x="111" y="189"/>
                  </a:cubicBezTo>
                  <a:cubicBezTo>
                    <a:pt x="118" y="189"/>
                    <a:pt x="125" y="188"/>
                    <a:pt x="131" y="186"/>
                  </a:cubicBezTo>
                  <a:cubicBezTo>
                    <a:pt x="179" y="162"/>
                    <a:pt x="203" y="103"/>
                    <a:pt x="191" y="67"/>
                  </a:cubicBezTo>
                  <a:cubicBezTo>
                    <a:pt x="181" y="30"/>
                    <a:pt x="143" y="0"/>
                    <a:pt x="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8"/>
            <p:cNvSpPr/>
            <p:nvPr/>
          </p:nvSpPr>
          <p:spPr>
            <a:xfrm>
              <a:off x="1183627" y="2907006"/>
              <a:ext cx="15296" cy="13442"/>
            </a:xfrm>
            <a:custGeom>
              <a:avLst/>
              <a:gdLst/>
              <a:ahLst/>
              <a:cxnLst/>
              <a:rect l="l" t="t" r="r" b="b"/>
              <a:pathLst>
                <a:path w="132" h="116" extrusionOk="0">
                  <a:moveTo>
                    <a:pt x="72" y="1"/>
                  </a:moveTo>
                  <a:cubicBezTo>
                    <a:pt x="63" y="1"/>
                    <a:pt x="55" y="4"/>
                    <a:pt x="49" y="11"/>
                  </a:cubicBezTo>
                  <a:cubicBezTo>
                    <a:pt x="13" y="23"/>
                    <a:pt x="1" y="46"/>
                    <a:pt x="13" y="82"/>
                  </a:cubicBezTo>
                  <a:cubicBezTo>
                    <a:pt x="30" y="99"/>
                    <a:pt x="46" y="116"/>
                    <a:pt x="68" y="116"/>
                  </a:cubicBezTo>
                  <a:cubicBezTo>
                    <a:pt x="76" y="116"/>
                    <a:pt x="86" y="113"/>
                    <a:pt x="96" y="106"/>
                  </a:cubicBezTo>
                  <a:cubicBezTo>
                    <a:pt x="120" y="94"/>
                    <a:pt x="132" y="58"/>
                    <a:pt x="120" y="34"/>
                  </a:cubicBezTo>
                  <a:cubicBezTo>
                    <a:pt x="112" y="18"/>
                    <a:pt x="91" y="1"/>
                    <a:pt x="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8"/>
            <p:cNvSpPr/>
            <p:nvPr/>
          </p:nvSpPr>
          <p:spPr>
            <a:xfrm>
              <a:off x="1307846" y="2993218"/>
              <a:ext cx="12515" cy="11704"/>
            </a:xfrm>
            <a:custGeom>
              <a:avLst/>
              <a:gdLst/>
              <a:ahLst/>
              <a:cxnLst/>
              <a:rect l="l" t="t" r="r" b="b"/>
              <a:pathLst>
                <a:path w="108" h="101" extrusionOk="0">
                  <a:moveTo>
                    <a:pt x="67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5"/>
                    <a:pt x="0" y="41"/>
                    <a:pt x="12" y="64"/>
                  </a:cubicBezTo>
                  <a:cubicBezTo>
                    <a:pt x="36" y="76"/>
                    <a:pt x="60" y="100"/>
                    <a:pt x="72" y="100"/>
                  </a:cubicBezTo>
                  <a:cubicBezTo>
                    <a:pt x="108" y="100"/>
                    <a:pt x="108" y="64"/>
                    <a:pt x="108" y="41"/>
                  </a:cubicBezTo>
                  <a:cubicBezTo>
                    <a:pt x="108" y="14"/>
                    <a:pt x="88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8"/>
            <p:cNvSpPr/>
            <p:nvPr/>
          </p:nvSpPr>
          <p:spPr>
            <a:xfrm>
              <a:off x="1874829" y="3165294"/>
              <a:ext cx="34647" cy="30244"/>
            </a:xfrm>
            <a:custGeom>
              <a:avLst/>
              <a:gdLst/>
              <a:ahLst/>
              <a:cxnLst/>
              <a:rect l="l" t="t" r="r" b="b"/>
              <a:pathLst>
                <a:path w="299" h="261" extrusionOk="0">
                  <a:moveTo>
                    <a:pt x="155" y="1"/>
                  </a:moveTo>
                  <a:cubicBezTo>
                    <a:pt x="139" y="1"/>
                    <a:pt x="123" y="3"/>
                    <a:pt x="108" y="8"/>
                  </a:cubicBezTo>
                  <a:cubicBezTo>
                    <a:pt x="49" y="20"/>
                    <a:pt x="1" y="103"/>
                    <a:pt x="37" y="175"/>
                  </a:cubicBezTo>
                  <a:cubicBezTo>
                    <a:pt x="54" y="227"/>
                    <a:pt x="103" y="260"/>
                    <a:pt x="152" y="260"/>
                  </a:cubicBezTo>
                  <a:cubicBezTo>
                    <a:pt x="170" y="260"/>
                    <a:pt x="187" y="256"/>
                    <a:pt x="203" y="246"/>
                  </a:cubicBezTo>
                  <a:cubicBezTo>
                    <a:pt x="263" y="234"/>
                    <a:pt x="299" y="163"/>
                    <a:pt x="275" y="80"/>
                  </a:cubicBezTo>
                  <a:cubicBezTo>
                    <a:pt x="265" y="33"/>
                    <a:pt x="212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2072166" y="2942695"/>
              <a:ext cx="48437" cy="43454"/>
            </a:xfrm>
            <a:custGeom>
              <a:avLst/>
              <a:gdLst/>
              <a:ahLst/>
              <a:cxnLst/>
              <a:rect l="l" t="t" r="r" b="b"/>
              <a:pathLst>
                <a:path w="418" h="375" extrusionOk="0">
                  <a:moveTo>
                    <a:pt x="214" y="1"/>
                  </a:moveTo>
                  <a:cubicBezTo>
                    <a:pt x="191" y="1"/>
                    <a:pt x="167" y="4"/>
                    <a:pt x="143" y="12"/>
                  </a:cubicBezTo>
                  <a:cubicBezTo>
                    <a:pt x="48" y="36"/>
                    <a:pt x="1" y="143"/>
                    <a:pt x="24" y="250"/>
                  </a:cubicBezTo>
                  <a:cubicBezTo>
                    <a:pt x="65" y="321"/>
                    <a:pt x="148" y="375"/>
                    <a:pt x="223" y="375"/>
                  </a:cubicBezTo>
                  <a:cubicBezTo>
                    <a:pt x="237" y="375"/>
                    <a:pt x="250" y="373"/>
                    <a:pt x="262" y="369"/>
                  </a:cubicBezTo>
                  <a:cubicBezTo>
                    <a:pt x="370" y="334"/>
                    <a:pt x="417" y="238"/>
                    <a:pt x="382" y="131"/>
                  </a:cubicBezTo>
                  <a:cubicBezTo>
                    <a:pt x="363" y="48"/>
                    <a:pt x="294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8"/>
            <p:cNvSpPr/>
            <p:nvPr/>
          </p:nvSpPr>
          <p:spPr>
            <a:xfrm>
              <a:off x="2033580" y="3100519"/>
              <a:ext cx="30476" cy="26652"/>
            </a:xfrm>
            <a:custGeom>
              <a:avLst/>
              <a:gdLst/>
              <a:ahLst/>
              <a:cxnLst/>
              <a:rect l="l" t="t" r="r" b="b"/>
              <a:pathLst>
                <a:path w="263" h="230" extrusionOk="0">
                  <a:moveTo>
                    <a:pt x="133" y="0"/>
                  </a:moveTo>
                  <a:cubicBezTo>
                    <a:pt x="121" y="0"/>
                    <a:pt x="108" y="2"/>
                    <a:pt x="95" y="8"/>
                  </a:cubicBezTo>
                  <a:cubicBezTo>
                    <a:pt x="36" y="31"/>
                    <a:pt x="0" y="91"/>
                    <a:pt x="24" y="150"/>
                  </a:cubicBezTo>
                  <a:cubicBezTo>
                    <a:pt x="43" y="197"/>
                    <a:pt x="83" y="229"/>
                    <a:pt x="129" y="229"/>
                  </a:cubicBezTo>
                  <a:cubicBezTo>
                    <a:pt x="141" y="229"/>
                    <a:pt x="154" y="227"/>
                    <a:pt x="167" y="222"/>
                  </a:cubicBezTo>
                  <a:cubicBezTo>
                    <a:pt x="226" y="198"/>
                    <a:pt x="262" y="139"/>
                    <a:pt x="238" y="79"/>
                  </a:cubicBezTo>
                  <a:cubicBezTo>
                    <a:pt x="220" y="32"/>
                    <a:pt x="179" y="0"/>
                    <a:pt x="1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8"/>
            <p:cNvSpPr/>
            <p:nvPr/>
          </p:nvSpPr>
          <p:spPr>
            <a:xfrm>
              <a:off x="1856984" y="2986033"/>
              <a:ext cx="35922" cy="30708"/>
            </a:xfrm>
            <a:custGeom>
              <a:avLst/>
              <a:gdLst/>
              <a:ahLst/>
              <a:cxnLst/>
              <a:rect l="l" t="t" r="r" b="b"/>
              <a:pathLst>
                <a:path w="310" h="265" extrusionOk="0">
                  <a:moveTo>
                    <a:pt x="162" y="0"/>
                  </a:moveTo>
                  <a:cubicBezTo>
                    <a:pt x="148" y="0"/>
                    <a:pt x="134" y="2"/>
                    <a:pt x="119" y="7"/>
                  </a:cubicBezTo>
                  <a:cubicBezTo>
                    <a:pt x="36" y="19"/>
                    <a:pt x="0" y="103"/>
                    <a:pt x="24" y="174"/>
                  </a:cubicBezTo>
                  <a:cubicBezTo>
                    <a:pt x="52" y="231"/>
                    <a:pt x="103" y="265"/>
                    <a:pt x="152" y="265"/>
                  </a:cubicBezTo>
                  <a:cubicBezTo>
                    <a:pt x="165" y="265"/>
                    <a:pt x="178" y="262"/>
                    <a:pt x="191" y="257"/>
                  </a:cubicBezTo>
                  <a:cubicBezTo>
                    <a:pt x="262" y="245"/>
                    <a:pt x="310" y="174"/>
                    <a:pt x="274" y="103"/>
                  </a:cubicBezTo>
                  <a:cubicBezTo>
                    <a:pt x="264" y="36"/>
                    <a:pt x="217" y="0"/>
                    <a:pt x="1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8"/>
            <p:cNvSpPr/>
            <p:nvPr/>
          </p:nvSpPr>
          <p:spPr>
            <a:xfrm>
              <a:off x="747700" y="2904920"/>
              <a:ext cx="13905" cy="12167"/>
            </a:xfrm>
            <a:custGeom>
              <a:avLst/>
              <a:gdLst/>
              <a:ahLst/>
              <a:cxnLst/>
              <a:rect l="l" t="t" r="r" b="b"/>
              <a:pathLst>
                <a:path w="120" h="105" extrusionOk="0">
                  <a:moveTo>
                    <a:pt x="67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5"/>
                    <a:pt x="1" y="41"/>
                    <a:pt x="12" y="64"/>
                  </a:cubicBezTo>
                  <a:cubicBezTo>
                    <a:pt x="12" y="91"/>
                    <a:pt x="32" y="105"/>
                    <a:pt x="53" y="105"/>
                  </a:cubicBezTo>
                  <a:cubicBezTo>
                    <a:pt x="59" y="105"/>
                    <a:pt x="66" y="103"/>
                    <a:pt x="72" y="100"/>
                  </a:cubicBezTo>
                  <a:cubicBezTo>
                    <a:pt x="108" y="100"/>
                    <a:pt x="120" y="64"/>
                    <a:pt x="108" y="41"/>
                  </a:cubicBezTo>
                  <a:cubicBezTo>
                    <a:pt x="108" y="14"/>
                    <a:pt x="88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8"/>
            <p:cNvSpPr/>
            <p:nvPr/>
          </p:nvSpPr>
          <p:spPr>
            <a:xfrm>
              <a:off x="893936" y="2967029"/>
              <a:ext cx="15296" cy="13558"/>
            </a:xfrm>
            <a:custGeom>
              <a:avLst/>
              <a:gdLst/>
              <a:ahLst/>
              <a:cxnLst/>
              <a:rect l="l" t="t" r="r" b="b"/>
              <a:pathLst>
                <a:path w="132" h="117" extrusionOk="0">
                  <a:moveTo>
                    <a:pt x="68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28"/>
                    <a:pt x="1" y="52"/>
                    <a:pt x="12" y="88"/>
                  </a:cubicBezTo>
                  <a:cubicBezTo>
                    <a:pt x="30" y="105"/>
                    <a:pt x="47" y="116"/>
                    <a:pt x="69" y="116"/>
                  </a:cubicBezTo>
                  <a:cubicBezTo>
                    <a:pt x="78" y="116"/>
                    <a:pt x="86" y="115"/>
                    <a:pt x="96" y="112"/>
                  </a:cubicBezTo>
                  <a:cubicBezTo>
                    <a:pt x="120" y="100"/>
                    <a:pt x="132" y="64"/>
                    <a:pt x="120" y="40"/>
                  </a:cubicBezTo>
                  <a:cubicBezTo>
                    <a:pt x="111" y="14"/>
                    <a:pt x="88" y="0"/>
                    <a:pt x="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8"/>
            <p:cNvSpPr/>
            <p:nvPr/>
          </p:nvSpPr>
          <p:spPr>
            <a:xfrm>
              <a:off x="1258135" y="3213614"/>
              <a:ext cx="37428" cy="32909"/>
            </a:xfrm>
            <a:custGeom>
              <a:avLst/>
              <a:gdLst/>
              <a:ahLst/>
              <a:cxnLst/>
              <a:rect l="l" t="t" r="r" b="b"/>
              <a:pathLst>
                <a:path w="323" h="284" extrusionOk="0">
                  <a:moveTo>
                    <a:pt x="163" y="1"/>
                  </a:moveTo>
                  <a:cubicBezTo>
                    <a:pt x="149" y="1"/>
                    <a:pt x="134" y="3"/>
                    <a:pt x="120" y="8"/>
                  </a:cubicBezTo>
                  <a:cubicBezTo>
                    <a:pt x="37" y="44"/>
                    <a:pt x="1" y="115"/>
                    <a:pt x="25" y="186"/>
                  </a:cubicBezTo>
                  <a:cubicBezTo>
                    <a:pt x="56" y="249"/>
                    <a:pt x="114" y="284"/>
                    <a:pt x="176" y="284"/>
                  </a:cubicBezTo>
                  <a:cubicBezTo>
                    <a:pt x="185" y="284"/>
                    <a:pt x="194" y="283"/>
                    <a:pt x="203" y="282"/>
                  </a:cubicBezTo>
                  <a:cubicBezTo>
                    <a:pt x="287" y="246"/>
                    <a:pt x="322" y="175"/>
                    <a:pt x="298" y="103"/>
                  </a:cubicBezTo>
                  <a:cubicBezTo>
                    <a:pt x="270" y="37"/>
                    <a:pt x="219" y="1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8"/>
            <p:cNvSpPr/>
            <p:nvPr/>
          </p:nvSpPr>
          <p:spPr>
            <a:xfrm>
              <a:off x="1070048" y="1105791"/>
              <a:ext cx="10916" cy="6717"/>
            </a:xfrm>
            <a:custGeom>
              <a:avLst/>
              <a:gdLst/>
              <a:ahLst/>
              <a:cxnLst/>
              <a:rect l="l" t="t" r="r" b="b"/>
              <a:pathLst>
                <a:path w="273" h="168" extrusionOk="0">
                  <a:moveTo>
                    <a:pt x="213" y="0"/>
                  </a:moveTo>
                  <a:cubicBezTo>
                    <a:pt x="203" y="0"/>
                    <a:pt x="194" y="3"/>
                    <a:pt x="185" y="8"/>
                  </a:cubicBezTo>
                  <a:cubicBezTo>
                    <a:pt x="166" y="20"/>
                    <a:pt x="177" y="46"/>
                    <a:pt x="194" y="46"/>
                  </a:cubicBezTo>
                  <a:cubicBezTo>
                    <a:pt x="197" y="46"/>
                    <a:pt x="201" y="45"/>
                    <a:pt x="205" y="43"/>
                  </a:cubicBezTo>
                  <a:lnTo>
                    <a:pt x="205" y="43"/>
                  </a:lnTo>
                  <a:cubicBezTo>
                    <a:pt x="168" y="65"/>
                    <a:pt x="175" y="78"/>
                    <a:pt x="133" y="87"/>
                  </a:cubicBezTo>
                  <a:cubicBezTo>
                    <a:pt x="129" y="88"/>
                    <a:pt x="125" y="88"/>
                    <a:pt x="122" y="88"/>
                  </a:cubicBezTo>
                  <a:cubicBezTo>
                    <a:pt x="110" y="88"/>
                    <a:pt x="98" y="85"/>
                    <a:pt x="86" y="85"/>
                  </a:cubicBezTo>
                  <a:cubicBezTo>
                    <a:pt x="81" y="85"/>
                    <a:pt x="76" y="85"/>
                    <a:pt x="70" y="87"/>
                  </a:cubicBezTo>
                  <a:cubicBezTo>
                    <a:pt x="47" y="93"/>
                    <a:pt x="27" y="104"/>
                    <a:pt x="13" y="121"/>
                  </a:cubicBezTo>
                  <a:cubicBezTo>
                    <a:pt x="1" y="135"/>
                    <a:pt x="13" y="152"/>
                    <a:pt x="27" y="152"/>
                  </a:cubicBezTo>
                  <a:cubicBezTo>
                    <a:pt x="31" y="152"/>
                    <a:pt x="35" y="151"/>
                    <a:pt x="39" y="147"/>
                  </a:cubicBezTo>
                  <a:cubicBezTo>
                    <a:pt x="88" y="100"/>
                    <a:pt x="261" y="167"/>
                    <a:pt x="270" y="62"/>
                  </a:cubicBezTo>
                  <a:cubicBezTo>
                    <a:pt x="273" y="27"/>
                    <a:pt x="244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8"/>
            <p:cNvSpPr/>
            <p:nvPr/>
          </p:nvSpPr>
          <p:spPr>
            <a:xfrm>
              <a:off x="1836429" y="3587752"/>
              <a:ext cx="8077" cy="12115"/>
            </a:xfrm>
            <a:custGeom>
              <a:avLst/>
              <a:gdLst/>
              <a:ahLst/>
              <a:cxnLst/>
              <a:rect l="l" t="t" r="r" b="b"/>
              <a:pathLst>
                <a:path w="202" h="303" extrusionOk="0"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62" y="94"/>
                    <a:pt x="121" y="188"/>
                    <a:pt x="181" y="282"/>
                  </a:cubicBezTo>
                  <a:cubicBezTo>
                    <a:pt x="187" y="289"/>
                    <a:pt x="194" y="296"/>
                    <a:pt x="201" y="303"/>
                  </a:cubicBezTo>
                  <a:cubicBezTo>
                    <a:pt x="67" y="81"/>
                    <a:pt x="10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8"/>
            <p:cNvSpPr/>
            <p:nvPr/>
          </p:nvSpPr>
          <p:spPr>
            <a:xfrm>
              <a:off x="3489951" y="2822527"/>
              <a:ext cx="5398" cy="15714"/>
            </a:xfrm>
            <a:custGeom>
              <a:avLst/>
              <a:gdLst/>
              <a:ahLst/>
              <a:cxnLst/>
              <a:rect l="l" t="t" r="r" b="b"/>
              <a:pathLst>
                <a:path w="135" h="393" extrusionOk="0">
                  <a:moveTo>
                    <a:pt x="3" y="1"/>
                  </a:moveTo>
                  <a:cubicBezTo>
                    <a:pt x="1" y="1"/>
                    <a:pt x="3" y="17"/>
                    <a:pt x="10" y="43"/>
                  </a:cubicBezTo>
                  <a:cubicBezTo>
                    <a:pt x="53" y="157"/>
                    <a:pt x="95" y="270"/>
                    <a:pt x="132" y="386"/>
                  </a:cubicBezTo>
                  <a:cubicBezTo>
                    <a:pt x="132" y="388"/>
                    <a:pt x="133" y="389"/>
                    <a:pt x="135" y="392"/>
                  </a:cubicBezTo>
                  <a:cubicBezTo>
                    <a:pt x="45" y="100"/>
                    <a:pt x="8" y="1"/>
                    <a:pt x="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45"/>
          <p:cNvSpPr/>
          <p:nvPr/>
        </p:nvSpPr>
        <p:spPr>
          <a:xfrm rot="3947616">
            <a:off x="8394776" y="2603427"/>
            <a:ext cx="1169789" cy="956436"/>
          </a:xfrm>
          <a:custGeom>
            <a:avLst/>
            <a:gdLst/>
            <a:ahLst/>
            <a:cxnLst/>
            <a:rect l="l" t="t" r="r" b="b"/>
            <a:pathLst>
              <a:path w="29635" h="24230" extrusionOk="0">
                <a:moveTo>
                  <a:pt x="20431" y="4644"/>
                </a:moveTo>
                <a:cubicBezTo>
                  <a:pt x="20503" y="4715"/>
                  <a:pt x="20598" y="4775"/>
                  <a:pt x="20681" y="4858"/>
                </a:cubicBezTo>
                <a:cubicBezTo>
                  <a:pt x="23264" y="6961"/>
                  <a:pt x="25678" y="9424"/>
                  <a:pt x="26570" y="9424"/>
                </a:cubicBezTo>
                <a:cubicBezTo>
                  <a:pt x="26652" y="9424"/>
                  <a:pt x="26722" y="9403"/>
                  <a:pt x="26777" y="9358"/>
                </a:cubicBezTo>
                <a:cubicBezTo>
                  <a:pt x="26849" y="9418"/>
                  <a:pt x="26920" y="9466"/>
                  <a:pt x="26980" y="9513"/>
                </a:cubicBezTo>
                <a:cubicBezTo>
                  <a:pt x="27087" y="9597"/>
                  <a:pt x="27170" y="9656"/>
                  <a:pt x="27254" y="9716"/>
                </a:cubicBezTo>
                <a:cubicBezTo>
                  <a:pt x="26480" y="9942"/>
                  <a:pt x="25718" y="10180"/>
                  <a:pt x="24944" y="10418"/>
                </a:cubicBezTo>
                <a:cubicBezTo>
                  <a:pt x="24884" y="10335"/>
                  <a:pt x="24765" y="10228"/>
                  <a:pt x="24610" y="10073"/>
                </a:cubicBezTo>
                <a:cubicBezTo>
                  <a:pt x="24551" y="10013"/>
                  <a:pt x="24467" y="9942"/>
                  <a:pt x="24396" y="9858"/>
                </a:cubicBezTo>
                <a:cubicBezTo>
                  <a:pt x="24491" y="9835"/>
                  <a:pt x="24956" y="9573"/>
                  <a:pt x="21253" y="5525"/>
                </a:cubicBezTo>
                <a:cubicBezTo>
                  <a:pt x="20967" y="5215"/>
                  <a:pt x="20681" y="4917"/>
                  <a:pt x="20431" y="4644"/>
                </a:cubicBezTo>
                <a:close/>
                <a:moveTo>
                  <a:pt x="20038" y="0"/>
                </a:moveTo>
                <a:cubicBezTo>
                  <a:pt x="20038" y="0"/>
                  <a:pt x="19788" y="786"/>
                  <a:pt x="22384" y="3560"/>
                </a:cubicBezTo>
                <a:cubicBezTo>
                  <a:pt x="24721" y="6031"/>
                  <a:pt x="26819" y="8865"/>
                  <a:pt x="27686" y="8865"/>
                </a:cubicBezTo>
                <a:cubicBezTo>
                  <a:pt x="27746" y="8865"/>
                  <a:pt x="27801" y="8851"/>
                  <a:pt x="27849" y="8823"/>
                </a:cubicBezTo>
                <a:lnTo>
                  <a:pt x="28075" y="9061"/>
                </a:lnTo>
                <a:cubicBezTo>
                  <a:pt x="28230" y="9216"/>
                  <a:pt x="28349" y="9323"/>
                  <a:pt x="28408" y="9382"/>
                </a:cubicBezTo>
                <a:cubicBezTo>
                  <a:pt x="28063" y="9477"/>
                  <a:pt x="27730" y="9573"/>
                  <a:pt x="27385" y="9680"/>
                </a:cubicBezTo>
                <a:cubicBezTo>
                  <a:pt x="27301" y="9620"/>
                  <a:pt x="27206" y="9525"/>
                  <a:pt x="27051" y="9418"/>
                </a:cubicBezTo>
                <a:cubicBezTo>
                  <a:pt x="26992" y="9382"/>
                  <a:pt x="26932" y="9335"/>
                  <a:pt x="26861" y="9275"/>
                </a:cubicBezTo>
                <a:cubicBezTo>
                  <a:pt x="26944" y="9263"/>
                  <a:pt x="27456" y="8989"/>
                  <a:pt x="23182" y="5370"/>
                </a:cubicBezTo>
                <a:cubicBezTo>
                  <a:pt x="18800" y="1684"/>
                  <a:pt x="17961" y="1607"/>
                  <a:pt x="17899" y="1607"/>
                </a:cubicBezTo>
                <a:cubicBezTo>
                  <a:pt x="17896" y="1607"/>
                  <a:pt x="17895" y="1607"/>
                  <a:pt x="17895" y="1607"/>
                </a:cubicBezTo>
                <a:cubicBezTo>
                  <a:pt x="17895" y="1607"/>
                  <a:pt x="17860" y="1846"/>
                  <a:pt x="18288" y="2453"/>
                </a:cubicBezTo>
                <a:cubicBezTo>
                  <a:pt x="16873" y="1130"/>
                  <a:pt x="16525" y="1107"/>
                  <a:pt x="16503" y="1107"/>
                </a:cubicBezTo>
                <a:cubicBezTo>
                  <a:pt x="16503" y="1107"/>
                  <a:pt x="16502" y="1107"/>
                  <a:pt x="16502" y="1107"/>
                </a:cubicBezTo>
                <a:cubicBezTo>
                  <a:pt x="16502" y="1107"/>
                  <a:pt x="16252" y="1893"/>
                  <a:pt x="18836" y="4655"/>
                </a:cubicBezTo>
                <a:cubicBezTo>
                  <a:pt x="21176" y="7141"/>
                  <a:pt x="23287" y="9970"/>
                  <a:pt x="24143" y="9970"/>
                </a:cubicBezTo>
                <a:cubicBezTo>
                  <a:pt x="24202" y="9970"/>
                  <a:pt x="24254" y="9957"/>
                  <a:pt x="24301" y="9930"/>
                </a:cubicBezTo>
                <a:lnTo>
                  <a:pt x="24539" y="10168"/>
                </a:lnTo>
                <a:cubicBezTo>
                  <a:pt x="24658" y="10287"/>
                  <a:pt x="24765" y="10370"/>
                  <a:pt x="24825" y="10454"/>
                </a:cubicBezTo>
                <a:cubicBezTo>
                  <a:pt x="24479" y="10549"/>
                  <a:pt x="24134" y="10656"/>
                  <a:pt x="23813" y="10763"/>
                </a:cubicBezTo>
                <a:cubicBezTo>
                  <a:pt x="23729" y="10704"/>
                  <a:pt x="23634" y="10632"/>
                  <a:pt x="23515" y="10537"/>
                </a:cubicBezTo>
                <a:cubicBezTo>
                  <a:pt x="23455" y="10489"/>
                  <a:pt x="23396" y="10454"/>
                  <a:pt x="23313" y="10394"/>
                </a:cubicBezTo>
                <a:cubicBezTo>
                  <a:pt x="23408" y="10370"/>
                  <a:pt x="23908" y="10108"/>
                  <a:pt x="19645" y="6489"/>
                </a:cubicBezTo>
                <a:cubicBezTo>
                  <a:pt x="15289" y="2813"/>
                  <a:pt x="14435" y="2726"/>
                  <a:pt x="14364" y="2726"/>
                </a:cubicBezTo>
                <a:cubicBezTo>
                  <a:pt x="14361" y="2726"/>
                  <a:pt x="14359" y="2727"/>
                  <a:pt x="14359" y="2727"/>
                </a:cubicBezTo>
                <a:cubicBezTo>
                  <a:pt x="14359" y="2727"/>
                  <a:pt x="14204" y="3548"/>
                  <a:pt x="17145" y="5953"/>
                </a:cubicBezTo>
                <a:cubicBezTo>
                  <a:pt x="19717" y="8068"/>
                  <a:pt x="22130" y="10531"/>
                  <a:pt x="23022" y="10531"/>
                </a:cubicBezTo>
                <a:cubicBezTo>
                  <a:pt x="23104" y="10531"/>
                  <a:pt x="23174" y="10510"/>
                  <a:pt x="23229" y="10466"/>
                </a:cubicBezTo>
                <a:cubicBezTo>
                  <a:pt x="23301" y="10525"/>
                  <a:pt x="23384" y="10573"/>
                  <a:pt x="23444" y="10609"/>
                </a:cubicBezTo>
                <a:cubicBezTo>
                  <a:pt x="23527" y="10692"/>
                  <a:pt x="23622" y="10751"/>
                  <a:pt x="23682" y="10787"/>
                </a:cubicBezTo>
                <a:cubicBezTo>
                  <a:pt x="22693" y="11085"/>
                  <a:pt x="21741" y="11382"/>
                  <a:pt x="20836" y="11680"/>
                </a:cubicBezTo>
                <a:cubicBezTo>
                  <a:pt x="20777" y="11621"/>
                  <a:pt x="20657" y="11502"/>
                  <a:pt x="20491" y="11359"/>
                </a:cubicBezTo>
                <a:lnTo>
                  <a:pt x="20134" y="11001"/>
                </a:lnTo>
                <a:cubicBezTo>
                  <a:pt x="20253" y="10906"/>
                  <a:pt x="20288" y="10335"/>
                  <a:pt x="16955" y="6679"/>
                </a:cubicBezTo>
                <a:cubicBezTo>
                  <a:pt x="12919" y="2263"/>
                  <a:pt x="12204" y="2262"/>
                  <a:pt x="12204" y="2262"/>
                </a:cubicBezTo>
                <a:lnTo>
                  <a:pt x="12204" y="2262"/>
                </a:lnTo>
                <a:cubicBezTo>
                  <a:pt x="12204" y="2262"/>
                  <a:pt x="11954" y="3048"/>
                  <a:pt x="14538" y="5822"/>
                </a:cubicBezTo>
                <a:cubicBezTo>
                  <a:pt x="16870" y="8309"/>
                  <a:pt x="18976" y="11125"/>
                  <a:pt x="19838" y="11125"/>
                </a:cubicBezTo>
                <a:cubicBezTo>
                  <a:pt x="19904" y="11125"/>
                  <a:pt x="19963" y="11108"/>
                  <a:pt x="20015" y="11073"/>
                </a:cubicBezTo>
                <a:cubicBezTo>
                  <a:pt x="20169" y="11204"/>
                  <a:pt x="20288" y="11347"/>
                  <a:pt x="20384" y="11442"/>
                </a:cubicBezTo>
                <a:cubicBezTo>
                  <a:pt x="20503" y="11561"/>
                  <a:pt x="20610" y="11656"/>
                  <a:pt x="20669" y="11728"/>
                </a:cubicBezTo>
                <a:cubicBezTo>
                  <a:pt x="20253" y="11859"/>
                  <a:pt x="19836" y="12002"/>
                  <a:pt x="19455" y="12121"/>
                </a:cubicBezTo>
                <a:cubicBezTo>
                  <a:pt x="19372" y="12061"/>
                  <a:pt x="19288" y="11978"/>
                  <a:pt x="19157" y="11883"/>
                </a:cubicBezTo>
                <a:cubicBezTo>
                  <a:pt x="19074" y="11823"/>
                  <a:pt x="18991" y="11763"/>
                  <a:pt x="18895" y="11680"/>
                </a:cubicBezTo>
                <a:cubicBezTo>
                  <a:pt x="19003" y="11656"/>
                  <a:pt x="19407" y="11323"/>
                  <a:pt x="15288" y="7739"/>
                </a:cubicBezTo>
                <a:cubicBezTo>
                  <a:pt x="10973" y="3992"/>
                  <a:pt x="10134" y="3905"/>
                  <a:pt x="10066" y="3905"/>
                </a:cubicBezTo>
                <a:cubicBezTo>
                  <a:pt x="10062" y="3905"/>
                  <a:pt x="10061" y="3905"/>
                  <a:pt x="10061" y="3905"/>
                </a:cubicBezTo>
                <a:cubicBezTo>
                  <a:pt x="10061" y="3905"/>
                  <a:pt x="9894" y="4715"/>
                  <a:pt x="12799" y="7156"/>
                </a:cubicBezTo>
                <a:cubicBezTo>
                  <a:pt x="15357" y="9320"/>
                  <a:pt x="17734" y="11825"/>
                  <a:pt x="18623" y="11825"/>
                </a:cubicBezTo>
                <a:cubicBezTo>
                  <a:pt x="18702" y="11825"/>
                  <a:pt x="18769" y="11805"/>
                  <a:pt x="18824" y="11763"/>
                </a:cubicBezTo>
                <a:cubicBezTo>
                  <a:pt x="18931" y="11835"/>
                  <a:pt x="19014" y="11906"/>
                  <a:pt x="19098" y="11966"/>
                </a:cubicBezTo>
                <a:cubicBezTo>
                  <a:pt x="19181" y="12037"/>
                  <a:pt x="19253" y="12097"/>
                  <a:pt x="19336" y="12144"/>
                </a:cubicBezTo>
                <a:cubicBezTo>
                  <a:pt x="18764" y="12323"/>
                  <a:pt x="18229" y="12502"/>
                  <a:pt x="17705" y="12668"/>
                </a:cubicBezTo>
                <a:cubicBezTo>
                  <a:pt x="17633" y="12609"/>
                  <a:pt x="17550" y="12537"/>
                  <a:pt x="17407" y="12430"/>
                </a:cubicBezTo>
                <a:cubicBezTo>
                  <a:pt x="17336" y="12371"/>
                  <a:pt x="17252" y="12311"/>
                  <a:pt x="17157" y="12240"/>
                </a:cubicBezTo>
                <a:cubicBezTo>
                  <a:pt x="17264" y="12204"/>
                  <a:pt x="17669" y="11883"/>
                  <a:pt x="13526" y="8287"/>
                </a:cubicBezTo>
                <a:cubicBezTo>
                  <a:pt x="9210" y="4539"/>
                  <a:pt x="8372" y="4453"/>
                  <a:pt x="8304" y="4453"/>
                </a:cubicBezTo>
                <a:cubicBezTo>
                  <a:pt x="8300" y="4453"/>
                  <a:pt x="8299" y="4453"/>
                  <a:pt x="8299" y="4453"/>
                </a:cubicBezTo>
                <a:cubicBezTo>
                  <a:pt x="8299" y="4453"/>
                  <a:pt x="8144" y="5275"/>
                  <a:pt x="11037" y="7715"/>
                </a:cubicBezTo>
                <a:cubicBezTo>
                  <a:pt x="13591" y="9865"/>
                  <a:pt x="15955" y="12376"/>
                  <a:pt x="16863" y="12376"/>
                </a:cubicBezTo>
                <a:cubicBezTo>
                  <a:pt x="16946" y="12376"/>
                  <a:pt x="17016" y="12355"/>
                  <a:pt x="17074" y="12311"/>
                </a:cubicBezTo>
                <a:cubicBezTo>
                  <a:pt x="17169" y="12383"/>
                  <a:pt x="17264" y="12454"/>
                  <a:pt x="17336" y="12514"/>
                </a:cubicBezTo>
                <a:cubicBezTo>
                  <a:pt x="17431" y="12597"/>
                  <a:pt x="17502" y="12656"/>
                  <a:pt x="17574" y="12692"/>
                </a:cubicBezTo>
                <a:cubicBezTo>
                  <a:pt x="17026" y="12871"/>
                  <a:pt x="16514" y="13037"/>
                  <a:pt x="16038" y="13192"/>
                </a:cubicBezTo>
                <a:cubicBezTo>
                  <a:pt x="15955" y="13145"/>
                  <a:pt x="15835" y="13073"/>
                  <a:pt x="15669" y="12966"/>
                </a:cubicBezTo>
                <a:cubicBezTo>
                  <a:pt x="15526" y="12871"/>
                  <a:pt x="15323" y="12775"/>
                  <a:pt x="15121" y="12656"/>
                </a:cubicBezTo>
                <a:cubicBezTo>
                  <a:pt x="15704" y="11799"/>
                  <a:pt x="9097" y="8858"/>
                  <a:pt x="9097" y="8858"/>
                </a:cubicBezTo>
                <a:cubicBezTo>
                  <a:pt x="9097" y="8858"/>
                  <a:pt x="6214" y="7336"/>
                  <a:pt x="4828" y="7336"/>
                </a:cubicBezTo>
                <a:cubicBezTo>
                  <a:pt x="4578" y="7336"/>
                  <a:pt x="4378" y="7385"/>
                  <a:pt x="4251" y="7501"/>
                </a:cubicBezTo>
                <a:cubicBezTo>
                  <a:pt x="4251" y="7501"/>
                  <a:pt x="4358" y="8430"/>
                  <a:pt x="7751" y="9632"/>
                </a:cubicBezTo>
                <a:cubicBezTo>
                  <a:pt x="9930" y="10397"/>
                  <a:pt x="13142" y="12841"/>
                  <a:pt x="14586" y="12841"/>
                </a:cubicBezTo>
                <a:cubicBezTo>
                  <a:pt x="14760" y="12841"/>
                  <a:pt x="14908" y="12806"/>
                  <a:pt x="15026" y="12728"/>
                </a:cubicBezTo>
                <a:lnTo>
                  <a:pt x="15050" y="12716"/>
                </a:lnTo>
                <a:lnTo>
                  <a:pt x="15062" y="12716"/>
                </a:lnTo>
                <a:cubicBezTo>
                  <a:pt x="15288" y="12835"/>
                  <a:pt x="15478" y="12918"/>
                  <a:pt x="15645" y="13014"/>
                </a:cubicBezTo>
                <a:cubicBezTo>
                  <a:pt x="15776" y="13085"/>
                  <a:pt x="15883" y="13145"/>
                  <a:pt x="15966" y="13192"/>
                </a:cubicBezTo>
                <a:cubicBezTo>
                  <a:pt x="15478" y="13347"/>
                  <a:pt x="15014" y="13490"/>
                  <a:pt x="14609" y="13621"/>
                </a:cubicBezTo>
                <a:cubicBezTo>
                  <a:pt x="14526" y="13585"/>
                  <a:pt x="14419" y="13549"/>
                  <a:pt x="14276" y="13490"/>
                </a:cubicBezTo>
                <a:cubicBezTo>
                  <a:pt x="14109" y="13430"/>
                  <a:pt x="13895" y="13335"/>
                  <a:pt x="13680" y="13252"/>
                </a:cubicBezTo>
                <a:cubicBezTo>
                  <a:pt x="13657" y="13252"/>
                  <a:pt x="13645" y="13228"/>
                  <a:pt x="13633" y="13228"/>
                </a:cubicBezTo>
                <a:cubicBezTo>
                  <a:pt x="13657" y="12394"/>
                  <a:pt x="10001" y="11644"/>
                  <a:pt x="6560" y="10489"/>
                </a:cubicBezTo>
                <a:cubicBezTo>
                  <a:pt x="4717" y="9873"/>
                  <a:pt x="3656" y="9723"/>
                  <a:pt x="3060" y="9723"/>
                </a:cubicBezTo>
                <a:cubicBezTo>
                  <a:pt x="2493" y="9723"/>
                  <a:pt x="2346" y="9858"/>
                  <a:pt x="2346" y="9858"/>
                </a:cubicBezTo>
                <a:cubicBezTo>
                  <a:pt x="2346" y="9858"/>
                  <a:pt x="2631" y="10513"/>
                  <a:pt x="8346" y="12323"/>
                </a:cubicBezTo>
                <a:cubicBezTo>
                  <a:pt x="11387" y="13294"/>
                  <a:pt x="12678" y="13521"/>
                  <a:pt x="13220" y="13521"/>
                </a:cubicBezTo>
                <a:cubicBezTo>
                  <a:pt x="13696" y="13521"/>
                  <a:pt x="13597" y="13347"/>
                  <a:pt x="13597" y="13347"/>
                </a:cubicBezTo>
                <a:cubicBezTo>
                  <a:pt x="13621" y="13347"/>
                  <a:pt x="13633" y="13371"/>
                  <a:pt x="13645" y="13371"/>
                </a:cubicBezTo>
                <a:cubicBezTo>
                  <a:pt x="13883" y="13454"/>
                  <a:pt x="14073" y="13526"/>
                  <a:pt x="14240" y="13585"/>
                </a:cubicBezTo>
                <a:cubicBezTo>
                  <a:pt x="14311" y="13621"/>
                  <a:pt x="14395" y="13645"/>
                  <a:pt x="14454" y="13668"/>
                </a:cubicBezTo>
                <a:cubicBezTo>
                  <a:pt x="13526" y="13942"/>
                  <a:pt x="12918" y="14145"/>
                  <a:pt x="12728" y="14169"/>
                </a:cubicBezTo>
                <a:lnTo>
                  <a:pt x="12192" y="14169"/>
                </a:lnTo>
                <a:lnTo>
                  <a:pt x="11966" y="14180"/>
                </a:lnTo>
                <a:cubicBezTo>
                  <a:pt x="11998" y="13783"/>
                  <a:pt x="10959" y="13661"/>
                  <a:pt x="9667" y="13661"/>
                </a:cubicBezTo>
                <a:cubicBezTo>
                  <a:pt x="7586" y="13661"/>
                  <a:pt x="4846" y="13978"/>
                  <a:pt x="4846" y="13978"/>
                </a:cubicBezTo>
                <a:cubicBezTo>
                  <a:pt x="4846" y="13978"/>
                  <a:pt x="322" y="14180"/>
                  <a:pt x="0" y="15276"/>
                </a:cubicBezTo>
                <a:cubicBezTo>
                  <a:pt x="0" y="15276"/>
                  <a:pt x="257" y="15615"/>
                  <a:pt x="1523" y="15615"/>
                </a:cubicBezTo>
                <a:cubicBezTo>
                  <a:pt x="2125" y="15615"/>
                  <a:pt x="2956" y="15538"/>
                  <a:pt x="4096" y="15312"/>
                </a:cubicBezTo>
                <a:cubicBezTo>
                  <a:pt x="6620" y="14823"/>
                  <a:pt x="11299" y="15466"/>
                  <a:pt x="11918" y="14288"/>
                </a:cubicBezTo>
                <a:lnTo>
                  <a:pt x="12192" y="14276"/>
                </a:lnTo>
                <a:cubicBezTo>
                  <a:pt x="12260" y="14272"/>
                  <a:pt x="12327" y="14270"/>
                  <a:pt x="12395" y="14270"/>
                </a:cubicBezTo>
                <a:cubicBezTo>
                  <a:pt x="12529" y="14270"/>
                  <a:pt x="12664" y="14276"/>
                  <a:pt x="12799" y="14276"/>
                </a:cubicBezTo>
                <a:lnTo>
                  <a:pt x="11954" y="14835"/>
                </a:lnTo>
                <a:cubicBezTo>
                  <a:pt x="11893" y="14792"/>
                  <a:pt x="11816" y="14771"/>
                  <a:pt x="11722" y="14771"/>
                </a:cubicBezTo>
                <a:cubicBezTo>
                  <a:pt x="10766" y="14771"/>
                  <a:pt x="8163" y="16916"/>
                  <a:pt x="5441" y="18705"/>
                </a:cubicBezTo>
                <a:cubicBezTo>
                  <a:pt x="2274" y="20788"/>
                  <a:pt x="2334" y="21622"/>
                  <a:pt x="2334" y="21622"/>
                </a:cubicBezTo>
                <a:cubicBezTo>
                  <a:pt x="2334" y="21622"/>
                  <a:pt x="2340" y="21623"/>
                  <a:pt x="2356" y="21623"/>
                </a:cubicBezTo>
                <a:cubicBezTo>
                  <a:pt x="2506" y="21623"/>
                  <a:pt x="3501" y="21478"/>
                  <a:pt x="7977" y="18443"/>
                </a:cubicBezTo>
                <a:cubicBezTo>
                  <a:pt x="12930" y="15073"/>
                  <a:pt x="12037" y="14954"/>
                  <a:pt x="12037" y="14954"/>
                </a:cubicBezTo>
                <a:cubicBezTo>
                  <a:pt x="12037" y="14942"/>
                  <a:pt x="12025" y="14942"/>
                  <a:pt x="12025" y="14931"/>
                </a:cubicBezTo>
                <a:lnTo>
                  <a:pt x="12752" y="14442"/>
                </a:lnTo>
                <a:cubicBezTo>
                  <a:pt x="12764" y="14442"/>
                  <a:pt x="12776" y="14419"/>
                  <a:pt x="12799" y="14419"/>
                </a:cubicBezTo>
                <a:cubicBezTo>
                  <a:pt x="12895" y="14383"/>
                  <a:pt x="13395" y="14204"/>
                  <a:pt x="14169" y="13942"/>
                </a:cubicBezTo>
                <a:lnTo>
                  <a:pt x="14169" y="13942"/>
                </a:lnTo>
                <a:lnTo>
                  <a:pt x="14073" y="14038"/>
                </a:lnTo>
                <a:cubicBezTo>
                  <a:pt x="13990" y="14121"/>
                  <a:pt x="13895" y="14228"/>
                  <a:pt x="13776" y="14335"/>
                </a:cubicBezTo>
                <a:cubicBezTo>
                  <a:pt x="13725" y="14301"/>
                  <a:pt x="13667" y="14284"/>
                  <a:pt x="13603" y="14284"/>
                </a:cubicBezTo>
                <a:cubicBezTo>
                  <a:pt x="12750" y="14284"/>
                  <a:pt x="10696" y="17148"/>
                  <a:pt x="8406" y="19693"/>
                </a:cubicBezTo>
                <a:cubicBezTo>
                  <a:pt x="5846" y="22574"/>
                  <a:pt x="6120" y="23372"/>
                  <a:pt x="6120" y="23372"/>
                </a:cubicBezTo>
                <a:cubicBezTo>
                  <a:pt x="6120" y="23372"/>
                  <a:pt x="6834" y="23372"/>
                  <a:pt x="10775" y="18860"/>
                </a:cubicBezTo>
                <a:cubicBezTo>
                  <a:pt x="14050" y="15121"/>
                  <a:pt x="13990" y="14561"/>
                  <a:pt x="13871" y="14466"/>
                </a:cubicBezTo>
                <a:cubicBezTo>
                  <a:pt x="13978" y="14359"/>
                  <a:pt x="14061" y="14276"/>
                  <a:pt x="14133" y="14180"/>
                </a:cubicBezTo>
                <a:cubicBezTo>
                  <a:pt x="14240" y="14085"/>
                  <a:pt x="14323" y="13990"/>
                  <a:pt x="14383" y="13918"/>
                </a:cubicBezTo>
                <a:cubicBezTo>
                  <a:pt x="14490" y="13883"/>
                  <a:pt x="14597" y="13847"/>
                  <a:pt x="14716" y="13811"/>
                </a:cubicBezTo>
                <a:lnTo>
                  <a:pt x="14728" y="13811"/>
                </a:lnTo>
                <a:lnTo>
                  <a:pt x="14728" y="13799"/>
                </a:lnTo>
                <a:cubicBezTo>
                  <a:pt x="15050" y="13692"/>
                  <a:pt x="15407" y="13573"/>
                  <a:pt x="15776" y="13454"/>
                </a:cubicBezTo>
                <a:lnTo>
                  <a:pt x="15776" y="13454"/>
                </a:lnTo>
                <a:cubicBezTo>
                  <a:pt x="15716" y="13526"/>
                  <a:pt x="15645" y="13645"/>
                  <a:pt x="15526" y="13788"/>
                </a:cubicBezTo>
                <a:cubicBezTo>
                  <a:pt x="15466" y="13859"/>
                  <a:pt x="15407" y="13942"/>
                  <a:pt x="15323" y="14049"/>
                </a:cubicBezTo>
                <a:cubicBezTo>
                  <a:pt x="15285" y="14031"/>
                  <a:pt x="15243" y="14022"/>
                  <a:pt x="15200" y="14022"/>
                </a:cubicBezTo>
                <a:cubicBezTo>
                  <a:pt x="14379" y="14022"/>
                  <a:pt x="12757" y="17241"/>
                  <a:pt x="10835" y="20169"/>
                </a:cubicBezTo>
                <a:cubicBezTo>
                  <a:pt x="8799" y="23372"/>
                  <a:pt x="9180" y="24110"/>
                  <a:pt x="9180" y="24110"/>
                </a:cubicBezTo>
                <a:cubicBezTo>
                  <a:pt x="9180" y="24110"/>
                  <a:pt x="9882" y="23991"/>
                  <a:pt x="13097" y="18943"/>
                </a:cubicBezTo>
                <a:cubicBezTo>
                  <a:pt x="16035" y="14318"/>
                  <a:pt x="15552" y="14119"/>
                  <a:pt x="15447" y="14119"/>
                </a:cubicBezTo>
                <a:cubicBezTo>
                  <a:pt x="15437" y="14119"/>
                  <a:pt x="15431" y="14121"/>
                  <a:pt x="15431" y="14121"/>
                </a:cubicBezTo>
                <a:lnTo>
                  <a:pt x="15419" y="14121"/>
                </a:lnTo>
                <a:cubicBezTo>
                  <a:pt x="15490" y="14026"/>
                  <a:pt x="15550" y="13930"/>
                  <a:pt x="15597" y="13859"/>
                </a:cubicBezTo>
                <a:cubicBezTo>
                  <a:pt x="15728" y="13668"/>
                  <a:pt x="15824" y="13526"/>
                  <a:pt x="15883" y="13454"/>
                </a:cubicBezTo>
                <a:cubicBezTo>
                  <a:pt x="16324" y="13311"/>
                  <a:pt x="16812" y="13156"/>
                  <a:pt x="17348" y="12990"/>
                </a:cubicBezTo>
                <a:lnTo>
                  <a:pt x="17348" y="12990"/>
                </a:lnTo>
                <a:cubicBezTo>
                  <a:pt x="17312" y="13073"/>
                  <a:pt x="17264" y="13156"/>
                  <a:pt x="17205" y="13264"/>
                </a:cubicBezTo>
                <a:cubicBezTo>
                  <a:pt x="17157" y="13347"/>
                  <a:pt x="17098" y="13454"/>
                  <a:pt x="17038" y="13561"/>
                </a:cubicBezTo>
                <a:cubicBezTo>
                  <a:pt x="17014" y="13555"/>
                  <a:pt x="16990" y="13552"/>
                  <a:pt x="16966" y="13552"/>
                </a:cubicBezTo>
                <a:cubicBezTo>
                  <a:pt x="16143" y="13552"/>
                  <a:pt x="14895" y="17001"/>
                  <a:pt x="13299" y="20157"/>
                </a:cubicBezTo>
                <a:cubicBezTo>
                  <a:pt x="11609" y="23551"/>
                  <a:pt x="12073" y="24229"/>
                  <a:pt x="12073" y="24229"/>
                </a:cubicBezTo>
                <a:cubicBezTo>
                  <a:pt x="12073" y="24229"/>
                  <a:pt x="12752" y="24039"/>
                  <a:pt x="15359" y="18645"/>
                </a:cubicBezTo>
                <a:cubicBezTo>
                  <a:pt x="17740" y="13728"/>
                  <a:pt x="17252" y="13585"/>
                  <a:pt x="17145" y="13585"/>
                </a:cubicBezTo>
                <a:cubicBezTo>
                  <a:pt x="17205" y="13490"/>
                  <a:pt x="17252" y="13395"/>
                  <a:pt x="17288" y="13311"/>
                </a:cubicBezTo>
                <a:cubicBezTo>
                  <a:pt x="17383" y="13145"/>
                  <a:pt x="17443" y="13026"/>
                  <a:pt x="17490" y="12930"/>
                </a:cubicBezTo>
                <a:lnTo>
                  <a:pt x="17752" y="12847"/>
                </a:lnTo>
                <a:lnTo>
                  <a:pt x="17764" y="12859"/>
                </a:lnTo>
                <a:lnTo>
                  <a:pt x="17788" y="12835"/>
                </a:lnTo>
                <a:cubicBezTo>
                  <a:pt x="18336" y="12656"/>
                  <a:pt x="18895" y="12478"/>
                  <a:pt x="19514" y="12299"/>
                </a:cubicBezTo>
                <a:lnTo>
                  <a:pt x="19514" y="12275"/>
                </a:lnTo>
                <a:cubicBezTo>
                  <a:pt x="19895" y="12156"/>
                  <a:pt x="20288" y="12037"/>
                  <a:pt x="20705" y="11906"/>
                </a:cubicBezTo>
                <a:lnTo>
                  <a:pt x="20705" y="11906"/>
                </a:lnTo>
                <a:cubicBezTo>
                  <a:pt x="20657" y="11966"/>
                  <a:pt x="20598" y="12061"/>
                  <a:pt x="20538" y="12144"/>
                </a:cubicBezTo>
                <a:cubicBezTo>
                  <a:pt x="20467" y="12264"/>
                  <a:pt x="20360" y="12418"/>
                  <a:pt x="20253" y="12573"/>
                </a:cubicBezTo>
                <a:cubicBezTo>
                  <a:pt x="20212" y="12553"/>
                  <a:pt x="20169" y="12543"/>
                  <a:pt x="20123" y="12543"/>
                </a:cubicBezTo>
                <a:cubicBezTo>
                  <a:pt x="19301" y="12543"/>
                  <a:pt x="17783" y="15833"/>
                  <a:pt x="15955" y="18824"/>
                </a:cubicBezTo>
                <a:cubicBezTo>
                  <a:pt x="13978" y="22074"/>
                  <a:pt x="14395" y="22789"/>
                  <a:pt x="14395" y="22789"/>
                </a:cubicBezTo>
                <a:cubicBezTo>
                  <a:pt x="14395" y="22789"/>
                  <a:pt x="15085" y="22658"/>
                  <a:pt x="18121" y="17490"/>
                </a:cubicBezTo>
                <a:cubicBezTo>
                  <a:pt x="20729" y="13085"/>
                  <a:pt x="20479" y="12633"/>
                  <a:pt x="20348" y="12609"/>
                </a:cubicBezTo>
                <a:cubicBezTo>
                  <a:pt x="20443" y="12454"/>
                  <a:pt x="20538" y="12311"/>
                  <a:pt x="20610" y="12204"/>
                </a:cubicBezTo>
                <a:cubicBezTo>
                  <a:pt x="20705" y="12073"/>
                  <a:pt x="20777" y="11954"/>
                  <a:pt x="20824" y="11883"/>
                </a:cubicBezTo>
                <a:cubicBezTo>
                  <a:pt x="21205" y="11763"/>
                  <a:pt x="21610" y="11644"/>
                  <a:pt x="22027" y="11502"/>
                </a:cubicBezTo>
                <a:lnTo>
                  <a:pt x="22027" y="11502"/>
                </a:lnTo>
                <a:cubicBezTo>
                  <a:pt x="21991" y="11585"/>
                  <a:pt x="21931" y="11728"/>
                  <a:pt x="21860" y="11918"/>
                </a:cubicBezTo>
                <a:cubicBezTo>
                  <a:pt x="21800" y="12085"/>
                  <a:pt x="21729" y="12275"/>
                  <a:pt x="21634" y="12490"/>
                </a:cubicBezTo>
                <a:lnTo>
                  <a:pt x="21634" y="12502"/>
                </a:lnTo>
                <a:cubicBezTo>
                  <a:pt x="21612" y="12496"/>
                  <a:pt x="21590" y="12493"/>
                  <a:pt x="21568" y="12493"/>
                </a:cubicBezTo>
                <a:cubicBezTo>
                  <a:pt x="20783" y="12493"/>
                  <a:pt x="20032" y="15985"/>
                  <a:pt x="18931" y="19241"/>
                </a:cubicBezTo>
                <a:cubicBezTo>
                  <a:pt x="17752" y="22681"/>
                  <a:pt x="18288" y="23277"/>
                  <a:pt x="18288" y="23277"/>
                </a:cubicBezTo>
                <a:cubicBezTo>
                  <a:pt x="18288" y="23277"/>
                  <a:pt x="18919" y="23015"/>
                  <a:pt x="20681" y="17550"/>
                </a:cubicBezTo>
                <a:cubicBezTo>
                  <a:pt x="22146" y="13073"/>
                  <a:pt x="21896" y="12561"/>
                  <a:pt x="21753" y="12514"/>
                </a:cubicBezTo>
                <a:cubicBezTo>
                  <a:pt x="21848" y="12299"/>
                  <a:pt x="21908" y="12121"/>
                  <a:pt x="21967" y="11954"/>
                </a:cubicBezTo>
                <a:cubicBezTo>
                  <a:pt x="22086" y="11644"/>
                  <a:pt x="22146" y="11466"/>
                  <a:pt x="22158" y="11466"/>
                </a:cubicBezTo>
                <a:cubicBezTo>
                  <a:pt x="22467" y="11371"/>
                  <a:pt x="22789" y="11263"/>
                  <a:pt x="23110" y="11180"/>
                </a:cubicBezTo>
                <a:lnTo>
                  <a:pt x="23110" y="11180"/>
                </a:lnTo>
                <a:cubicBezTo>
                  <a:pt x="23098" y="11251"/>
                  <a:pt x="23051" y="11418"/>
                  <a:pt x="23003" y="11644"/>
                </a:cubicBezTo>
                <a:cubicBezTo>
                  <a:pt x="22979" y="11740"/>
                  <a:pt x="22967" y="11859"/>
                  <a:pt x="22920" y="12013"/>
                </a:cubicBezTo>
                <a:cubicBezTo>
                  <a:pt x="22905" y="12011"/>
                  <a:pt x="22890" y="12010"/>
                  <a:pt x="22875" y="12010"/>
                </a:cubicBezTo>
                <a:cubicBezTo>
                  <a:pt x="22044" y="12010"/>
                  <a:pt x="21862" y="15623"/>
                  <a:pt x="21277" y="19098"/>
                </a:cubicBezTo>
                <a:cubicBezTo>
                  <a:pt x="20669" y="22681"/>
                  <a:pt x="21300" y="23170"/>
                  <a:pt x="21300" y="23170"/>
                </a:cubicBezTo>
                <a:cubicBezTo>
                  <a:pt x="21300" y="23170"/>
                  <a:pt x="21872" y="22801"/>
                  <a:pt x="22753" y="17133"/>
                </a:cubicBezTo>
                <a:cubicBezTo>
                  <a:pt x="23479" y="12502"/>
                  <a:pt x="23158" y="12013"/>
                  <a:pt x="23027" y="11990"/>
                </a:cubicBezTo>
                <a:cubicBezTo>
                  <a:pt x="23051" y="11871"/>
                  <a:pt x="23063" y="11752"/>
                  <a:pt x="23098" y="11656"/>
                </a:cubicBezTo>
                <a:cubicBezTo>
                  <a:pt x="23158" y="11335"/>
                  <a:pt x="23205" y="11156"/>
                  <a:pt x="23205" y="11144"/>
                </a:cubicBezTo>
                <a:cubicBezTo>
                  <a:pt x="24158" y="10859"/>
                  <a:pt x="25122" y="10561"/>
                  <a:pt x="26087" y="10287"/>
                </a:cubicBezTo>
                <a:lnTo>
                  <a:pt x="26087" y="10287"/>
                </a:lnTo>
                <a:cubicBezTo>
                  <a:pt x="26063" y="10359"/>
                  <a:pt x="26003" y="10501"/>
                  <a:pt x="25920" y="10680"/>
                </a:cubicBezTo>
                <a:cubicBezTo>
                  <a:pt x="25896" y="10775"/>
                  <a:pt x="25849" y="10882"/>
                  <a:pt x="25801" y="10978"/>
                </a:cubicBezTo>
                <a:cubicBezTo>
                  <a:pt x="25793" y="10977"/>
                  <a:pt x="25785" y="10977"/>
                  <a:pt x="25777" y="10977"/>
                </a:cubicBezTo>
                <a:cubicBezTo>
                  <a:pt x="24988" y="10977"/>
                  <a:pt x="24242" y="14464"/>
                  <a:pt x="23122" y="17740"/>
                </a:cubicBezTo>
                <a:cubicBezTo>
                  <a:pt x="21955" y="21181"/>
                  <a:pt x="22491" y="21777"/>
                  <a:pt x="22491" y="21777"/>
                </a:cubicBezTo>
                <a:cubicBezTo>
                  <a:pt x="22491" y="21777"/>
                  <a:pt x="23110" y="21503"/>
                  <a:pt x="24884" y="16038"/>
                </a:cubicBezTo>
                <a:cubicBezTo>
                  <a:pt x="26436" y="11278"/>
                  <a:pt x="26050" y="11013"/>
                  <a:pt x="25930" y="11013"/>
                </a:cubicBezTo>
                <a:cubicBezTo>
                  <a:pt x="25926" y="11013"/>
                  <a:pt x="25923" y="11013"/>
                  <a:pt x="25920" y="11013"/>
                </a:cubicBezTo>
                <a:cubicBezTo>
                  <a:pt x="25968" y="10906"/>
                  <a:pt x="26003" y="10823"/>
                  <a:pt x="26027" y="10728"/>
                </a:cubicBezTo>
                <a:cubicBezTo>
                  <a:pt x="26146" y="10418"/>
                  <a:pt x="26206" y="10239"/>
                  <a:pt x="26206" y="10239"/>
                </a:cubicBezTo>
                <a:lnTo>
                  <a:pt x="26194" y="10239"/>
                </a:lnTo>
                <a:cubicBezTo>
                  <a:pt x="26753" y="10073"/>
                  <a:pt x="27337" y="9894"/>
                  <a:pt x="27908" y="9727"/>
                </a:cubicBezTo>
                <a:lnTo>
                  <a:pt x="27908" y="9727"/>
                </a:lnTo>
                <a:cubicBezTo>
                  <a:pt x="27885" y="9811"/>
                  <a:pt x="27861" y="9906"/>
                  <a:pt x="27849" y="10025"/>
                </a:cubicBezTo>
                <a:cubicBezTo>
                  <a:pt x="27825" y="10120"/>
                  <a:pt x="27801" y="10228"/>
                  <a:pt x="27789" y="10347"/>
                </a:cubicBezTo>
                <a:cubicBezTo>
                  <a:pt x="26968" y="10370"/>
                  <a:pt x="26837" y="14002"/>
                  <a:pt x="26277" y="17455"/>
                </a:cubicBezTo>
                <a:cubicBezTo>
                  <a:pt x="25706" y="21038"/>
                  <a:pt x="26337" y="21538"/>
                  <a:pt x="26337" y="21538"/>
                </a:cubicBezTo>
                <a:cubicBezTo>
                  <a:pt x="26337" y="21538"/>
                  <a:pt x="26908" y="21157"/>
                  <a:pt x="27742" y="15478"/>
                </a:cubicBezTo>
                <a:cubicBezTo>
                  <a:pt x="28453" y="10728"/>
                  <a:pt x="28092" y="10363"/>
                  <a:pt x="27963" y="10363"/>
                </a:cubicBezTo>
                <a:cubicBezTo>
                  <a:pt x="27950" y="10363"/>
                  <a:pt x="27939" y="10367"/>
                  <a:pt x="27932" y="10370"/>
                </a:cubicBezTo>
                <a:cubicBezTo>
                  <a:pt x="27944" y="10275"/>
                  <a:pt x="27980" y="10168"/>
                  <a:pt x="27992" y="10073"/>
                </a:cubicBezTo>
                <a:cubicBezTo>
                  <a:pt x="28027" y="9930"/>
                  <a:pt x="28051" y="9811"/>
                  <a:pt x="28063" y="9716"/>
                </a:cubicBezTo>
                <a:lnTo>
                  <a:pt x="29635" y="9275"/>
                </a:lnTo>
                <a:lnTo>
                  <a:pt x="29551" y="9037"/>
                </a:lnTo>
                <a:cubicBezTo>
                  <a:pt x="29218" y="9132"/>
                  <a:pt x="28873" y="9227"/>
                  <a:pt x="28516" y="9335"/>
                </a:cubicBezTo>
                <a:cubicBezTo>
                  <a:pt x="28468" y="9287"/>
                  <a:pt x="28337" y="9168"/>
                  <a:pt x="28158" y="8977"/>
                </a:cubicBezTo>
                <a:cubicBezTo>
                  <a:pt x="28099" y="8918"/>
                  <a:pt x="28004" y="8835"/>
                  <a:pt x="27932" y="8751"/>
                </a:cubicBezTo>
                <a:cubicBezTo>
                  <a:pt x="28039" y="8739"/>
                  <a:pt x="28492" y="8465"/>
                  <a:pt x="24789" y="4417"/>
                </a:cubicBezTo>
                <a:cubicBezTo>
                  <a:pt x="20765" y="0"/>
                  <a:pt x="20038" y="0"/>
                  <a:pt x="200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69" name="Google Shape;1969;p45"/>
          <p:cNvGrpSpPr/>
          <p:nvPr/>
        </p:nvGrpSpPr>
        <p:grpSpPr>
          <a:xfrm>
            <a:off x="8430595" y="1891198"/>
            <a:ext cx="1071224" cy="846068"/>
            <a:chOff x="4513350" y="1013350"/>
            <a:chExt cx="788825" cy="623025"/>
          </a:xfrm>
        </p:grpSpPr>
        <p:sp>
          <p:nvSpPr>
            <p:cNvPr id="1970" name="Google Shape;1970;p45"/>
            <p:cNvSpPr/>
            <p:nvPr/>
          </p:nvSpPr>
          <p:spPr>
            <a:xfrm>
              <a:off x="4592525" y="1216500"/>
              <a:ext cx="222075" cy="37900"/>
            </a:xfrm>
            <a:custGeom>
              <a:avLst/>
              <a:gdLst/>
              <a:ahLst/>
              <a:cxnLst/>
              <a:rect l="l" t="t" r="r" b="b"/>
              <a:pathLst>
                <a:path w="8883" h="1516" extrusionOk="0">
                  <a:moveTo>
                    <a:pt x="5216" y="0"/>
                  </a:moveTo>
                  <a:cubicBezTo>
                    <a:pt x="2184" y="0"/>
                    <a:pt x="1" y="1209"/>
                    <a:pt x="1" y="1209"/>
                  </a:cubicBezTo>
                  <a:cubicBezTo>
                    <a:pt x="708" y="1431"/>
                    <a:pt x="1576" y="1516"/>
                    <a:pt x="2489" y="1516"/>
                  </a:cubicBezTo>
                  <a:cubicBezTo>
                    <a:pt x="5448" y="1516"/>
                    <a:pt x="8883" y="626"/>
                    <a:pt x="8883" y="626"/>
                  </a:cubicBezTo>
                  <a:cubicBezTo>
                    <a:pt x="7589" y="167"/>
                    <a:pt x="6344" y="0"/>
                    <a:pt x="5216" y="0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5"/>
            <p:cNvSpPr/>
            <p:nvPr/>
          </p:nvSpPr>
          <p:spPr>
            <a:xfrm>
              <a:off x="4702350" y="1273800"/>
              <a:ext cx="169700" cy="126825"/>
            </a:xfrm>
            <a:custGeom>
              <a:avLst/>
              <a:gdLst/>
              <a:ahLst/>
              <a:cxnLst/>
              <a:rect l="l" t="t" r="r" b="b"/>
              <a:pathLst>
                <a:path w="6788" h="5073" extrusionOk="0">
                  <a:moveTo>
                    <a:pt x="6788" y="0"/>
                  </a:moveTo>
                  <a:lnTo>
                    <a:pt x="6788" y="0"/>
                  </a:lnTo>
                  <a:cubicBezTo>
                    <a:pt x="1501" y="2417"/>
                    <a:pt x="1" y="5072"/>
                    <a:pt x="1" y="5072"/>
                  </a:cubicBezTo>
                  <a:cubicBezTo>
                    <a:pt x="3835" y="4894"/>
                    <a:pt x="6787" y="1"/>
                    <a:pt x="6788" y="0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5"/>
            <p:cNvSpPr/>
            <p:nvPr/>
          </p:nvSpPr>
          <p:spPr>
            <a:xfrm>
              <a:off x="4729450" y="1319350"/>
              <a:ext cx="215825" cy="139925"/>
            </a:xfrm>
            <a:custGeom>
              <a:avLst/>
              <a:gdLst/>
              <a:ahLst/>
              <a:cxnLst/>
              <a:rect l="l" t="t" r="r" b="b"/>
              <a:pathLst>
                <a:path w="8633" h="5597" extrusionOk="0">
                  <a:moveTo>
                    <a:pt x="8632" y="0"/>
                  </a:moveTo>
                  <a:cubicBezTo>
                    <a:pt x="8632" y="0"/>
                    <a:pt x="8632" y="0"/>
                    <a:pt x="8632" y="0"/>
                  </a:cubicBezTo>
                  <a:lnTo>
                    <a:pt x="8632" y="0"/>
                  </a:lnTo>
                  <a:cubicBezTo>
                    <a:pt x="8632" y="0"/>
                    <a:pt x="8632" y="0"/>
                    <a:pt x="8632" y="0"/>
                  </a:cubicBezTo>
                  <a:close/>
                  <a:moveTo>
                    <a:pt x="8632" y="0"/>
                  </a:moveTo>
                  <a:cubicBezTo>
                    <a:pt x="8608" y="10"/>
                    <a:pt x="1568" y="1986"/>
                    <a:pt x="0" y="5596"/>
                  </a:cubicBezTo>
                  <a:cubicBezTo>
                    <a:pt x="0" y="5596"/>
                    <a:pt x="4132" y="3715"/>
                    <a:pt x="8632" y="0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5"/>
            <p:cNvSpPr/>
            <p:nvPr/>
          </p:nvSpPr>
          <p:spPr>
            <a:xfrm>
              <a:off x="4792550" y="1343150"/>
              <a:ext cx="211075" cy="194100"/>
            </a:xfrm>
            <a:custGeom>
              <a:avLst/>
              <a:gdLst/>
              <a:ahLst/>
              <a:cxnLst/>
              <a:rect l="l" t="t" r="r" b="b"/>
              <a:pathLst>
                <a:path w="8443" h="7764" extrusionOk="0">
                  <a:moveTo>
                    <a:pt x="8442" y="1"/>
                  </a:moveTo>
                  <a:lnTo>
                    <a:pt x="8442" y="1"/>
                  </a:lnTo>
                  <a:cubicBezTo>
                    <a:pt x="3346" y="1167"/>
                    <a:pt x="1" y="7763"/>
                    <a:pt x="1" y="7763"/>
                  </a:cubicBezTo>
                  <a:cubicBezTo>
                    <a:pt x="3799" y="6454"/>
                    <a:pt x="8442" y="1"/>
                    <a:pt x="8442" y="1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5"/>
            <p:cNvSpPr/>
            <p:nvPr/>
          </p:nvSpPr>
          <p:spPr>
            <a:xfrm>
              <a:off x="4513350" y="1013350"/>
              <a:ext cx="788825" cy="623025"/>
            </a:xfrm>
            <a:custGeom>
              <a:avLst/>
              <a:gdLst/>
              <a:ahLst/>
              <a:cxnLst/>
              <a:rect l="l" t="t" r="r" b="b"/>
              <a:pathLst>
                <a:path w="31553" h="24921" extrusionOk="0">
                  <a:moveTo>
                    <a:pt x="7406" y="0"/>
                  </a:moveTo>
                  <a:cubicBezTo>
                    <a:pt x="6763" y="4584"/>
                    <a:pt x="10871" y="7680"/>
                    <a:pt x="11633" y="8204"/>
                  </a:cubicBezTo>
                  <a:cubicBezTo>
                    <a:pt x="11454" y="8144"/>
                    <a:pt x="11276" y="8073"/>
                    <a:pt x="11109" y="8013"/>
                  </a:cubicBezTo>
                  <a:cubicBezTo>
                    <a:pt x="10978" y="7966"/>
                    <a:pt x="10847" y="7918"/>
                    <a:pt x="10716" y="7894"/>
                  </a:cubicBezTo>
                  <a:lnTo>
                    <a:pt x="10573" y="7811"/>
                  </a:lnTo>
                  <a:cubicBezTo>
                    <a:pt x="7109" y="4954"/>
                    <a:pt x="1" y="953"/>
                    <a:pt x="0" y="953"/>
                  </a:cubicBezTo>
                  <a:lnTo>
                    <a:pt x="0" y="953"/>
                  </a:lnTo>
                  <a:cubicBezTo>
                    <a:pt x="1810" y="5537"/>
                    <a:pt x="6728" y="7085"/>
                    <a:pt x="9323" y="7692"/>
                  </a:cubicBezTo>
                  <a:lnTo>
                    <a:pt x="9311" y="7728"/>
                  </a:lnTo>
                  <a:cubicBezTo>
                    <a:pt x="9311" y="7728"/>
                    <a:pt x="9716" y="7859"/>
                    <a:pt x="10430" y="8085"/>
                  </a:cubicBezTo>
                  <a:cubicBezTo>
                    <a:pt x="10609" y="8144"/>
                    <a:pt x="10799" y="8204"/>
                    <a:pt x="11026" y="8275"/>
                  </a:cubicBezTo>
                  <a:cubicBezTo>
                    <a:pt x="11228" y="8371"/>
                    <a:pt x="11454" y="8442"/>
                    <a:pt x="11692" y="8549"/>
                  </a:cubicBezTo>
                  <a:cubicBezTo>
                    <a:pt x="11931" y="8633"/>
                    <a:pt x="12181" y="8740"/>
                    <a:pt x="12454" y="8847"/>
                  </a:cubicBezTo>
                  <a:cubicBezTo>
                    <a:pt x="12585" y="8906"/>
                    <a:pt x="12740" y="8966"/>
                    <a:pt x="12871" y="9037"/>
                  </a:cubicBezTo>
                  <a:cubicBezTo>
                    <a:pt x="8454" y="9716"/>
                    <a:pt x="6013" y="12907"/>
                    <a:pt x="6013" y="12907"/>
                  </a:cubicBezTo>
                  <a:cubicBezTo>
                    <a:pt x="10359" y="11954"/>
                    <a:pt x="12573" y="9680"/>
                    <a:pt x="13050" y="9121"/>
                  </a:cubicBezTo>
                  <a:cubicBezTo>
                    <a:pt x="13121" y="9156"/>
                    <a:pt x="13193" y="9204"/>
                    <a:pt x="13288" y="9228"/>
                  </a:cubicBezTo>
                  <a:cubicBezTo>
                    <a:pt x="13431" y="9299"/>
                    <a:pt x="13586" y="9359"/>
                    <a:pt x="13728" y="9442"/>
                  </a:cubicBezTo>
                  <a:cubicBezTo>
                    <a:pt x="13883" y="9514"/>
                    <a:pt x="14050" y="9573"/>
                    <a:pt x="14193" y="9656"/>
                  </a:cubicBezTo>
                  <a:cubicBezTo>
                    <a:pt x="14490" y="9823"/>
                    <a:pt x="14800" y="9990"/>
                    <a:pt x="15133" y="10168"/>
                  </a:cubicBezTo>
                  <a:cubicBezTo>
                    <a:pt x="15300" y="10252"/>
                    <a:pt x="15455" y="10335"/>
                    <a:pt x="15621" y="10430"/>
                  </a:cubicBezTo>
                  <a:cubicBezTo>
                    <a:pt x="15788" y="10537"/>
                    <a:pt x="15955" y="10633"/>
                    <a:pt x="16110" y="10728"/>
                  </a:cubicBezTo>
                  <a:cubicBezTo>
                    <a:pt x="16276" y="10835"/>
                    <a:pt x="16443" y="10942"/>
                    <a:pt x="16598" y="11026"/>
                  </a:cubicBezTo>
                  <a:cubicBezTo>
                    <a:pt x="16764" y="11133"/>
                    <a:pt x="16943" y="11228"/>
                    <a:pt x="17110" y="11347"/>
                  </a:cubicBezTo>
                  <a:cubicBezTo>
                    <a:pt x="17443" y="11561"/>
                    <a:pt x="17777" y="11788"/>
                    <a:pt x="18110" y="12026"/>
                  </a:cubicBezTo>
                  <a:cubicBezTo>
                    <a:pt x="18193" y="12085"/>
                    <a:pt x="18277" y="12145"/>
                    <a:pt x="18360" y="12204"/>
                  </a:cubicBezTo>
                  <a:lnTo>
                    <a:pt x="18610" y="12395"/>
                  </a:lnTo>
                  <a:cubicBezTo>
                    <a:pt x="18777" y="12514"/>
                    <a:pt x="18943" y="12657"/>
                    <a:pt x="19122" y="12776"/>
                  </a:cubicBezTo>
                  <a:cubicBezTo>
                    <a:pt x="19289" y="12895"/>
                    <a:pt x="19467" y="13026"/>
                    <a:pt x="19622" y="13145"/>
                  </a:cubicBezTo>
                  <a:cubicBezTo>
                    <a:pt x="19789" y="13264"/>
                    <a:pt x="19955" y="13407"/>
                    <a:pt x="20122" y="13550"/>
                  </a:cubicBezTo>
                  <a:lnTo>
                    <a:pt x="21098" y="14347"/>
                  </a:lnTo>
                  <a:cubicBezTo>
                    <a:pt x="21134" y="14383"/>
                    <a:pt x="21158" y="14395"/>
                    <a:pt x="21170" y="14419"/>
                  </a:cubicBezTo>
                  <a:cubicBezTo>
                    <a:pt x="16229" y="16788"/>
                    <a:pt x="12716" y="22896"/>
                    <a:pt x="12716" y="22896"/>
                  </a:cubicBezTo>
                  <a:cubicBezTo>
                    <a:pt x="16550" y="21110"/>
                    <a:pt x="20455" y="15729"/>
                    <a:pt x="21313" y="14526"/>
                  </a:cubicBezTo>
                  <a:cubicBezTo>
                    <a:pt x="21872" y="15038"/>
                    <a:pt x="22456" y="15538"/>
                    <a:pt x="22991" y="16062"/>
                  </a:cubicBezTo>
                  <a:cubicBezTo>
                    <a:pt x="23361" y="16407"/>
                    <a:pt x="23706" y="16764"/>
                    <a:pt x="24063" y="17098"/>
                  </a:cubicBezTo>
                  <a:cubicBezTo>
                    <a:pt x="23063" y="18027"/>
                    <a:pt x="18336" y="22503"/>
                    <a:pt x="18812" y="24920"/>
                  </a:cubicBezTo>
                  <a:cubicBezTo>
                    <a:pt x="18812" y="24920"/>
                    <a:pt x="21682" y="22218"/>
                    <a:pt x="24123" y="17181"/>
                  </a:cubicBezTo>
                  <a:cubicBezTo>
                    <a:pt x="24325" y="17384"/>
                    <a:pt x="24539" y="17598"/>
                    <a:pt x="24730" y="17800"/>
                  </a:cubicBezTo>
                  <a:cubicBezTo>
                    <a:pt x="25016" y="18086"/>
                    <a:pt x="25266" y="18384"/>
                    <a:pt x="25539" y="18669"/>
                  </a:cubicBezTo>
                  <a:cubicBezTo>
                    <a:pt x="25670" y="18800"/>
                    <a:pt x="25801" y="18943"/>
                    <a:pt x="25920" y="19086"/>
                  </a:cubicBezTo>
                  <a:cubicBezTo>
                    <a:pt x="26039" y="19217"/>
                    <a:pt x="26170" y="19360"/>
                    <a:pt x="26289" y="19503"/>
                  </a:cubicBezTo>
                  <a:lnTo>
                    <a:pt x="27004" y="20301"/>
                  </a:lnTo>
                  <a:cubicBezTo>
                    <a:pt x="27230" y="20551"/>
                    <a:pt x="27456" y="20824"/>
                    <a:pt x="27659" y="21063"/>
                  </a:cubicBezTo>
                  <a:cubicBezTo>
                    <a:pt x="27873" y="21301"/>
                    <a:pt x="28064" y="21539"/>
                    <a:pt x="28254" y="21765"/>
                  </a:cubicBezTo>
                  <a:cubicBezTo>
                    <a:pt x="28433" y="21979"/>
                    <a:pt x="28611" y="22206"/>
                    <a:pt x="28778" y="22396"/>
                  </a:cubicBezTo>
                  <a:cubicBezTo>
                    <a:pt x="29111" y="22801"/>
                    <a:pt x="29385" y="23146"/>
                    <a:pt x="29623" y="23444"/>
                  </a:cubicBezTo>
                  <a:cubicBezTo>
                    <a:pt x="30088" y="24027"/>
                    <a:pt x="30361" y="24361"/>
                    <a:pt x="30361" y="24361"/>
                  </a:cubicBezTo>
                  <a:lnTo>
                    <a:pt x="31028" y="23825"/>
                  </a:lnTo>
                  <a:cubicBezTo>
                    <a:pt x="31028" y="23825"/>
                    <a:pt x="30754" y="23503"/>
                    <a:pt x="30266" y="22920"/>
                  </a:cubicBezTo>
                  <a:cubicBezTo>
                    <a:pt x="30028" y="22610"/>
                    <a:pt x="29730" y="22265"/>
                    <a:pt x="29385" y="21860"/>
                  </a:cubicBezTo>
                  <a:cubicBezTo>
                    <a:pt x="29230" y="21670"/>
                    <a:pt x="29028" y="21444"/>
                    <a:pt x="28837" y="21217"/>
                  </a:cubicBezTo>
                  <a:cubicBezTo>
                    <a:pt x="28647" y="21003"/>
                    <a:pt x="28433" y="20777"/>
                    <a:pt x="28230" y="20539"/>
                  </a:cubicBezTo>
                  <a:cubicBezTo>
                    <a:pt x="28016" y="20301"/>
                    <a:pt x="27802" y="20051"/>
                    <a:pt x="27563" y="19801"/>
                  </a:cubicBezTo>
                  <a:cubicBezTo>
                    <a:pt x="27325" y="19539"/>
                    <a:pt x="27087" y="19277"/>
                    <a:pt x="26825" y="19003"/>
                  </a:cubicBezTo>
                  <a:cubicBezTo>
                    <a:pt x="26706" y="18872"/>
                    <a:pt x="26575" y="18741"/>
                    <a:pt x="26444" y="18586"/>
                  </a:cubicBezTo>
                  <a:cubicBezTo>
                    <a:pt x="26313" y="18455"/>
                    <a:pt x="26170" y="18324"/>
                    <a:pt x="26039" y="18169"/>
                  </a:cubicBezTo>
                  <a:cubicBezTo>
                    <a:pt x="25778" y="17884"/>
                    <a:pt x="25492" y="17610"/>
                    <a:pt x="25206" y="17324"/>
                  </a:cubicBezTo>
                  <a:cubicBezTo>
                    <a:pt x="24885" y="17014"/>
                    <a:pt x="24539" y="16681"/>
                    <a:pt x="24194" y="16360"/>
                  </a:cubicBezTo>
                  <a:cubicBezTo>
                    <a:pt x="26754" y="14693"/>
                    <a:pt x="31552" y="5621"/>
                    <a:pt x="31552" y="5620"/>
                  </a:cubicBezTo>
                  <a:lnTo>
                    <a:pt x="31552" y="5620"/>
                  </a:lnTo>
                  <a:cubicBezTo>
                    <a:pt x="27778" y="7382"/>
                    <a:pt x="24682" y="14586"/>
                    <a:pt x="24027" y="16193"/>
                  </a:cubicBezTo>
                  <a:cubicBezTo>
                    <a:pt x="23825" y="16002"/>
                    <a:pt x="23611" y="15800"/>
                    <a:pt x="23396" y="15610"/>
                  </a:cubicBezTo>
                  <a:cubicBezTo>
                    <a:pt x="23194" y="15431"/>
                    <a:pt x="22991" y="15252"/>
                    <a:pt x="22801" y="15074"/>
                  </a:cubicBezTo>
                  <a:cubicBezTo>
                    <a:pt x="25801" y="11716"/>
                    <a:pt x="29790" y="4073"/>
                    <a:pt x="29790" y="4072"/>
                  </a:cubicBezTo>
                  <a:lnTo>
                    <a:pt x="29790" y="4072"/>
                  </a:lnTo>
                  <a:cubicBezTo>
                    <a:pt x="24980" y="7871"/>
                    <a:pt x="23099" y="13157"/>
                    <a:pt x="22575" y="14895"/>
                  </a:cubicBezTo>
                  <a:cubicBezTo>
                    <a:pt x="22206" y="14574"/>
                    <a:pt x="21813" y="14252"/>
                    <a:pt x="21444" y="13931"/>
                  </a:cubicBezTo>
                  <a:cubicBezTo>
                    <a:pt x="21289" y="13812"/>
                    <a:pt x="21146" y="13693"/>
                    <a:pt x="20979" y="13574"/>
                  </a:cubicBezTo>
                  <a:cubicBezTo>
                    <a:pt x="24361" y="10371"/>
                    <a:pt x="26337" y="1727"/>
                    <a:pt x="26337" y="1727"/>
                  </a:cubicBezTo>
                  <a:lnTo>
                    <a:pt x="26337" y="1727"/>
                  </a:lnTo>
                  <a:cubicBezTo>
                    <a:pt x="22753" y="4823"/>
                    <a:pt x="21146" y="11657"/>
                    <a:pt x="20777" y="13407"/>
                  </a:cubicBezTo>
                  <a:cubicBezTo>
                    <a:pt x="20658" y="13324"/>
                    <a:pt x="20539" y="13216"/>
                    <a:pt x="20420" y="13121"/>
                  </a:cubicBezTo>
                  <a:cubicBezTo>
                    <a:pt x="20253" y="12990"/>
                    <a:pt x="20086" y="12859"/>
                    <a:pt x="19908" y="12740"/>
                  </a:cubicBezTo>
                  <a:cubicBezTo>
                    <a:pt x="19729" y="12621"/>
                    <a:pt x="19562" y="12490"/>
                    <a:pt x="19384" y="12371"/>
                  </a:cubicBezTo>
                  <a:cubicBezTo>
                    <a:pt x="19372" y="12347"/>
                    <a:pt x="19348" y="12335"/>
                    <a:pt x="19324" y="12323"/>
                  </a:cubicBezTo>
                  <a:cubicBezTo>
                    <a:pt x="22301" y="7347"/>
                    <a:pt x="22098" y="822"/>
                    <a:pt x="22098" y="822"/>
                  </a:cubicBezTo>
                  <a:lnTo>
                    <a:pt x="22098" y="822"/>
                  </a:lnTo>
                  <a:cubicBezTo>
                    <a:pt x="18943" y="4608"/>
                    <a:pt x="19015" y="10478"/>
                    <a:pt x="19110" y="12157"/>
                  </a:cubicBezTo>
                  <a:cubicBezTo>
                    <a:pt x="19027" y="12097"/>
                    <a:pt x="18943" y="12038"/>
                    <a:pt x="18872" y="12002"/>
                  </a:cubicBezTo>
                  <a:lnTo>
                    <a:pt x="18610" y="11811"/>
                  </a:lnTo>
                  <a:cubicBezTo>
                    <a:pt x="18527" y="11752"/>
                    <a:pt x="18431" y="11704"/>
                    <a:pt x="18348" y="11657"/>
                  </a:cubicBezTo>
                  <a:cubicBezTo>
                    <a:pt x="18229" y="11585"/>
                    <a:pt x="18098" y="11490"/>
                    <a:pt x="17979" y="11419"/>
                  </a:cubicBezTo>
                  <a:cubicBezTo>
                    <a:pt x="19301" y="7097"/>
                    <a:pt x="17836" y="762"/>
                    <a:pt x="17836" y="762"/>
                  </a:cubicBezTo>
                  <a:cubicBezTo>
                    <a:pt x="15633" y="5215"/>
                    <a:pt x="17098" y="9752"/>
                    <a:pt x="17681" y="11228"/>
                  </a:cubicBezTo>
                  <a:cubicBezTo>
                    <a:pt x="17562" y="11145"/>
                    <a:pt x="17443" y="11061"/>
                    <a:pt x="17324" y="10990"/>
                  </a:cubicBezTo>
                  <a:cubicBezTo>
                    <a:pt x="17157" y="10871"/>
                    <a:pt x="16979" y="10776"/>
                    <a:pt x="16800" y="10668"/>
                  </a:cubicBezTo>
                  <a:cubicBezTo>
                    <a:pt x="16622" y="10573"/>
                    <a:pt x="16455" y="10478"/>
                    <a:pt x="16288" y="10371"/>
                  </a:cubicBezTo>
                  <a:cubicBezTo>
                    <a:pt x="16133" y="10276"/>
                    <a:pt x="15967" y="10180"/>
                    <a:pt x="15800" y="10097"/>
                  </a:cubicBezTo>
                  <a:lnTo>
                    <a:pt x="15312" y="9823"/>
                  </a:lnTo>
                  <a:cubicBezTo>
                    <a:pt x="15098" y="9716"/>
                    <a:pt x="14907" y="9621"/>
                    <a:pt x="14705" y="9514"/>
                  </a:cubicBezTo>
                  <a:cubicBezTo>
                    <a:pt x="16205" y="5573"/>
                    <a:pt x="14741" y="406"/>
                    <a:pt x="14740" y="405"/>
                  </a:cubicBezTo>
                  <a:lnTo>
                    <a:pt x="14740" y="405"/>
                  </a:lnTo>
                  <a:cubicBezTo>
                    <a:pt x="13371" y="2275"/>
                    <a:pt x="14264" y="7978"/>
                    <a:pt x="14538" y="9418"/>
                  </a:cubicBezTo>
                  <a:cubicBezTo>
                    <a:pt x="14478" y="9394"/>
                    <a:pt x="14407" y="9359"/>
                    <a:pt x="14348" y="9323"/>
                  </a:cubicBezTo>
                  <a:cubicBezTo>
                    <a:pt x="14193" y="9228"/>
                    <a:pt x="14026" y="9168"/>
                    <a:pt x="13883" y="9109"/>
                  </a:cubicBezTo>
                  <a:cubicBezTo>
                    <a:pt x="13728" y="9037"/>
                    <a:pt x="13586" y="8978"/>
                    <a:pt x="13431" y="8918"/>
                  </a:cubicBezTo>
                  <a:cubicBezTo>
                    <a:pt x="13288" y="8859"/>
                    <a:pt x="13133" y="8787"/>
                    <a:pt x="13002" y="8728"/>
                  </a:cubicBezTo>
                  <a:cubicBezTo>
                    <a:pt x="14728" y="5477"/>
                    <a:pt x="11931" y="1120"/>
                    <a:pt x="11931" y="1120"/>
                  </a:cubicBezTo>
                  <a:lnTo>
                    <a:pt x="11931" y="1120"/>
                  </a:lnTo>
                  <a:cubicBezTo>
                    <a:pt x="10930" y="4227"/>
                    <a:pt x="12764" y="8275"/>
                    <a:pt x="12978" y="8704"/>
                  </a:cubicBezTo>
                  <a:cubicBezTo>
                    <a:pt x="12835" y="8644"/>
                    <a:pt x="12716" y="8585"/>
                    <a:pt x="12585" y="8549"/>
                  </a:cubicBezTo>
                  <a:cubicBezTo>
                    <a:pt x="12300" y="8442"/>
                    <a:pt x="12050" y="8347"/>
                    <a:pt x="11800" y="8263"/>
                  </a:cubicBezTo>
                  <a:cubicBezTo>
                    <a:pt x="11788" y="8263"/>
                    <a:pt x="11752" y="8252"/>
                    <a:pt x="11740" y="8252"/>
                  </a:cubicBezTo>
                  <a:cubicBezTo>
                    <a:pt x="11442" y="6085"/>
                    <a:pt x="7406" y="1"/>
                    <a:pt x="7406" y="0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5" name="Google Shape;1975;p45"/>
          <p:cNvSpPr/>
          <p:nvPr/>
        </p:nvSpPr>
        <p:spPr>
          <a:xfrm rot="9900062">
            <a:off x="-213938" y="3739051"/>
            <a:ext cx="1170928" cy="991167"/>
          </a:xfrm>
          <a:custGeom>
            <a:avLst/>
            <a:gdLst/>
            <a:ahLst/>
            <a:cxnLst/>
            <a:rect l="l" t="t" r="r" b="b"/>
            <a:pathLst>
              <a:path w="29768" h="25198" extrusionOk="0">
                <a:moveTo>
                  <a:pt x="28706" y="0"/>
                </a:moveTo>
                <a:cubicBezTo>
                  <a:pt x="28706" y="0"/>
                  <a:pt x="28683" y="107"/>
                  <a:pt x="28647" y="286"/>
                </a:cubicBezTo>
                <a:cubicBezTo>
                  <a:pt x="28635" y="369"/>
                  <a:pt x="28611" y="488"/>
                  <a:pt x="28575" y="631"/>
                </a:cubicBezTo>
                <a:cubicBezTo>
                  <a:pt x="28552" y="762"/>
                  <a:pt x="28516" y="905"/>
                  <a:pt x="28456" y="1072"/>
                </a:cubicBezTo>
                <a:cubicBezTo>
                  <a:pt x="28397" y="1238"/>
                  <a:pt x="28337" y="1429"/>
                  <a:pt x="28278" y="1619"/>
                </a:cubicBezTo>
                <a:cubicBezTo>
                  <a:pt x="28218" y="1834"/>
                  <a:pt x="28111" y="2036"/>
                  <a:pt x="28028" y="2262"/>
                </a:cubicBezTo>
                <a:cubicBezTo>
                  <a:pt x="27980" y="2369"/>
                  <a:pt x="27933" y="2477"/>
                  <a:pt x="27897" y="2596"/>
                </a:cubicBezTo>
                <a:cubicBezTo>
                  <a:pt x="26399" y="2354"/>
                  <a:pt x="20976" y="1508"/>
                  <a:pt x="18281" y="1508"/>
                </a:cubicBezTo>
                <a:cubicBezTo>
                  <a:pt x="17119" y="1508"/>
                  <a:pt x="16464" y="1665"/>
                  <a:pt x="16848" y="2096"/>
                </a:cubicBezTo>
                <a:cubicBezTo>
                  <a:pt x="17861" y="3230"/>
                  <a:pt x="22903" y="3406"/>
                  <a:pt x="25750" y="3406"/>
                </a:cubicBezTo>
                <a:cubicBezTo>
                  <a:pt x="26550" y="3406"/>
                  <a:pt x="27176" y="3392"/>
                  <a:pt x="27492" y="3381"/>
                </a:cubicBezTo>
                <a:lnTo>
                  <a:pt x="27492" y="3381"/>
                </a:lnTo>
                <a:cubicBezTo>
                  <a:pt x="27432" y="3501"/>
                  <a:pt x="27361" y="3620"/>
                  <a:pt x="27278" y="3739"/>
                </a:cubicBezTo>
                <a:cubicBezTo>
                  <a:pt x="27123" y="4001"/>
                  <a:pt x="26968" y="4286"/>
                  <a:pt x="26778" y="4560"/>
                </a:cubicBezTo>
                <a:cubicBezTo>
                  <a:pt x="26587" y="4822"/>
                  <a:pt x="26409" y="5120"/>
                  <a:pt x="26182" y="5394"/>
                </a:cubicBezTo>
                <a:cubicBezTo>
                  <a:pt x="25968" y="5667"/>
                  <a:pt x="25754" y="5965"/>
                  <a:pt x="25516" y="6239"/>
                </a:cubicBezTo>
                <a:cubicBezTo>
                  <a:pt x="25397" y="6382"/>
                  <a:pt x="25277" y="6525"/>
                  <a:pt x="25158" y="6668"/>
                </a:cubicBezTo>
                <a:cubicBezTo>
                  <a:pt x="25039" y="6822"/>
                  <a:pt x="24896" y="6953"/>
                  <a:pt x="24765" y="7096"/>
                </a:cubicBezTo>
                <a:cubicBezTo>
                  <a:pt x="24658" y="7215"/>
                  <a:pt x="24563" y="7334"/>
                  <a:pt x="24444" y="7453"/>
                </a:cubicBezTo>
                <a:cubicBezTo>
                  <a:pt x="22451" y="7037"/>
                  <a:pt x="16306" y="5777"/>
                  <a:pt x="13663" y="5777"/>
                </a:cubicBezTo>
                <a:cubicBezTo>
                  <a:pt x="12753" y="5777"/>
                  <a:pt x="12258" y="5926"/>
                  <a:pt x="12490" y="6310"/>
                </a:cubicBezTo>
                <a:cubicBezTo>
                  <a:pt x="13383" y="7787"/>
                  <a:pt x="21360" y="8096"/>
                  <a:pt x="23742" y="8156"/>
                </a:cubicBezTo>
                <a:cubicBezTo>
                  <a:pt x="23515" y="8382"/>
                  <a:pt x="23289" y="8584"/>
                  <a:pt x="23075" y="8799"/>
                </a:cubicBezTo>
                <a:cubicBezTo>
                  <a:pt x="22777" y="9085"/>
                  <a:pt x="22456" y="9346"/>
                  <a:pt x="22158" y="9632"/>
                </a:cubicBezTo>
                <a:cubicBezTo>
                  <a:pt x="21848" y="9894"/>
                  <a:pt x="21539" y="10168"/>
                  <a:pt x="21206" y="10430"/>
                </a:cubicBezTo>
                <a:cubicBezTo>
                  <a:pt x="20717" y="10835"/>
                  <a:pt x="20217" y="11228"/>
                  <a:pt x="19705" y="11597"/>
                </a:cubicBezTo>
                <a:cubicBezTo>
                  <a:pt x="18173" y="10937"/>
                  <a:pt x="11342" y="8009"/>
                  <a:pt x="9539" y="8009"/>
                </a:cubicBezTo>
                <a:cubicBezTo>
                  <a:pt x="9030" y="8009"/>
                  <a:pt x="8921" y="8242"/>
                  <a:pt x="9442" y="8823"/>
                </a:cubicBezTo>
                <a:cubicBezTo>
                  <a:pt x="11204" y="10811"/>
                  <a:pt x="17372" y="11894"/>
                  <a:pt x="18979" y="12144"/>
                </a:cubicBezTo>
                <a:cubicBezTo>
                  <a:pt x="18408" y="12561"/>
                  <a:pt x="17836" y="12954"/>
                  <a:pt x="17276" y="13335"/>
                </a:cubicBezTo>
                <a:cubicBezTo>
                  <a:pt x="16824" y="13645"/>
                  <a:pt x="16372" y="13930"/>
                  <a:pt x="15931" y="14204"/>
                </a:cubicBezTo>
                <a:cubicBezTo>
                  <a:pt x="14714" y="13877"/>
                  <a:pt x="8313" y="12201"/>
                  <a:pt x="6010" y="12201"/>
                </a:cubicBezTo>
                <a:cubicBezTo>
                  <a:pt x="5385" y="12201"/>
                  <a:pt x="5062" y="12325"/>
                  <a:pt x="5227" y="12633"/>
                </a:cubicBezTo>
                <a:cubicBezTo>
                  <a:pt x="5954" y="13990"/>
                  <a:pt x="13276" y="14585"/>
                  <a:pt x="15121" y="14704"/>
                </a:cubicBezTo>
                <a:cubicBezTo>
                  <a:pt x="14598" y="15014"/>
                  <a:pt x="14109" y="15312"/>
                  <a:pt x="13645" y="15573"/>
                </a:cubicBezTo>
                <a:cubicBezTo>
                  <a:pt x="12562" y="16193"/>
                  <a:pt x="11645" y="16681"/>
                  <a:pt x="10990" y="17014"/>
                </a:cubicBezTo>
                <a:cubicBezTo>
                  <a:pt x="9274" y="16537"/>
                  <a:pt x="4757" y="15316"/>
                  <a:pt x="3092" y="15316"/>
                </a:cubicBezTo>
                <a:cubicBezTo>
                  <a:pt x="2469" y="15316"/>
                  <a:pt x="2245" y="15487"/>
                  <a:pt x="2715" y="15931"/>
                </a:cubicBezTo>
                <a:cubicBezTo>
                  <a:pt x="4356" y="17469"/>
                  <a:pt x="8286" y="17610"/>
                  <a:pt x="9787" y="17610"/>
                </a:cubicBezTo>
                <a:cubicBezTo>
                  <a:pt x="9865" y="17610"/>
                  <a:pt x="9937" y="17610"/>
                  <a:pt x="10002" y="17609"/>
                </a:cubicBezTo>
                <a:lnTo>
                  <a:pt x="10061" y="17728"/>
                </a:lnTo>
                <a:cubicBezTo>
                  <a:pt x="8311" y="18443"/>
                  <a:pt x="0" y="21848"/>
                  <a:pt x="1382" y="22265"/>
                </a:cubicBezTo>
                <a:cubicBezTo>
                  <a:pt x="1598" y="22330"/>
                  <a:pt x="1836" y="22360"/>
                  <a:pt x="2092" y="22360"/>
                </a:cubicBezTo>
                <a:cubicBezTo>
                  <a:pt x="5099" y="22360"/>
                  <a:pt x="10490" y="18193"/>
                  <a:pt x="10490" y="18193"/>
                </a:cubicBezTo>
                <a:lnTo>
                  <a:pt x="10490" y="18193"/>
                </a:lnTo>
                <a:cubicBezTo>
                  <a:pt x="10490" y="18193"/>
                  <a:pt x="7895" y="25197"/>
                  <a:pt x="9271" y="25197"/>
                </a:cubicBezTo>
                <a:cubicBezTo>
                  <a:pt x="9406" y="25197"/>
                  <a:pt x="9580" y="25129"/>
                  <a:pt x="9799" y="24979"/>
                </a:cubicBezTo>
                <a:cubicBezTo>
                  <a:pt x="10752" y="24325"/>
                  <a:pt x="11597" y="17657"/>
                  <a:pt x="11657" y="17216"/>
                </a:cubicBezTo>
                <a:cubicBezTo>
                  <a:pt x="12264" y="16907"/>
                  <a:pt x="13026" y="16502"/>
                  <a:pt x="13907" y="16026"/>
                </a:cubicBezTo>
                <a:cubicBezTo>
                  <a:pt x="14348" y="15776"/>
                  <a:pt x="14824" y="15514"/>
                  <a:pt x="15336" y="15216"/>
                </a:cubicBezTo>
                <a:lnTo>
                  <a:pt x="15336" y="15216"/>
                </a:lnTo>
                <a:cubicBezTo>
                  <a:pt x="14228" y="18026"/>
                  <a:pt x="12966" y="24098"/>
                  <a:pt x="13978" y="24444"/>
                </a:cubicBezTo>
                <a:cubicBezTo>
                  <a:pt x="13997" y="24450"/>
                  <a:pt x="14015" y="24452"/>
                  <a:pt x="14033" y="24452"/>
                </a:cubicBezTo>
                <a:cubicBezTo>
                  <a:pt x="14954" y="24452"/>
                  <a:pt x="15852" y="16842"/>
                  <a:pt x="16074" y="14764"/>
                </a:cubicBezTo>
                <a:cubicBezTo>
                  <a:pt x="16562" y="14466"/>
                  <a:pt x="17074" y="14157"/>
                  <a:pt x="17598" y="13811"/>
                </a:cubicBezTo>
                <a:cubicBezTo>
                  <a:pt x="18086" y="13490"/>
                  <a:pt x="18586" y="13156"/>
                  <a:pt x="19098" y="12799"/>
                </a:cubicBezTo>
                <a:lnTo>
                  <a:pt x="19098" y="12799"/>
                </a:lnTo>
                <a:cubicBezTo>
                  <a:pt x="18205" y="14811"/>
                  <a:pt x="15479" y="21241"/>
                  <a:pt x="17145" y="21681"/>
                </a:cubicBezTo>
                <a:cubicBezTo>
                  <a:pt x="17194" y="21694"/>
                  <a:pt x="17243" y="21701"/>
                  <a:pt x="17290" y="21701"/>
                </a:cubicBezTo>
                <a:cubicBezTo>
                  <a:pt x="18934" y="21701"/>
                  <a:pt x="19783" y="14101"/>
                  <a:pt x="19991" y="12180"/>
                </a:cubicBezTo>
                <a:cubicBezTo>
                  <a:pt x="20539" y="11775"/>
                  <a:pt x="21086" y="11359"/>
                  <a:pt x="21622" y="10942"/>
                </a:cubicBezTo>
                <a:lnTo>
                  <a:pt x="22610" y="10132"/>
                </a:lnTo>
                <a:cubicBezTo>
                  <a:pt x="22920" y="9858"/>
                  <a:pt x="23253" y="9585"/>
                  <a:pt x="23551" y="9299"/>
                </a:cubicBezTo>
                <a:lnTo>
                  <a:pt x="24265" y="8632"/>
                </a:lnTo>
                <a:lnTo>
                  <a:pt x="24265" y="8632"/>
                </a:lnTo>
                <a:cubicBezTo>
                  <a:pt x="23134" y="11859"/>
                  <a:pt x="21968" y="19050"/>
                  <a:pt x="23158" y="19383"/>
                </a:cubicBezTo>
                <a:cubicBezTo>
                  <a:pt x="23176" y="19388"/>
                  <a:pt x="23194" y="19391"/>
                  <a:pt x="23212" y="19391"/>
                </a:cubicBezTo>
                <a:cubicBezTo>
                  <a:pt x="24345" y="19391"/>
                  <a:pt x="24981" y="9417"/>
                  <a:pt x="25075" y="7811"/>
                </a:cubicBezTo>
                <a:cubicBezTo>
                  <a:pt x="25158" y="7739"/>
                  <a:pt x="25230" y="7668"/>
                  <a:pt x="25289" y="7596"/>
                </a:cubicBezTo>
                <a:cubicBezTo>
                  <a:pt x="25420" y="7441"/>
                  <a:pt x="25551" y="7311"/>
                  <a:pt x="25694" y="7156"/>
                </a:cubicBezTo>
                <a:cubicBezTo>
                  <a:pt x="25825" y="7013"/>
                  <a:pt x="25944" y="6858"/>
                  <a:pt x="26063" y="6715"/>
                </a:cubicBezTo>
                <a:cubicBezTo>
                  <a:pt x="26313" y="6429"/>
                  <a:pt x="26540" y="6132"/>
                  <a:pt x="26766" y="5834"/>
                </a:cubicBezTo>
                <a:cubicBezTo>
                  <a:pt x="27004" y="5548"/>
                  <a:pt x="27194" y="5251"/>
                  <a:pt x="27385" y="4977"/>
                </a:cubicBezTo>
                <a:cubicBezTo>
                  <a:pt x="27432" y="4917"/>
                  <a:pt x="27480" y="4858"/>
                  <a:pt x="27516" y="4774"/>
                </a:cubicBezTo>
                <a:lnTo>
                  <a:pt x="27516" y="4774"/>
                </a:lnTo>
                <a:cubicBezTo>
                  <a:pt x="27135" y="8584"/>
                  <a:pt x="27397" y="15109"/>
                  <a:pt x="28611" y="15216"/>
                </a:cubicBezTo>
                <a:cubicBezTo>
                  <a:pt x="28617" y="15217"/>
                  <a:pt x="28623" y="15217"/>
                  <a:pt x="28629" y="15217"/>
                </a:cubicBezTo>
                <a:cubicBezTo>
                  <a:pt x="29767" y="15217"/>
                  <a:pt x="28705" y="5940"/>
                  <a:pt x="28385" y="3322"/>
                </a:cubicBezTo>
                <a:lnTo>
                  <a:pt x="28385" y="3310"/>
                </a:lnTo>
                <a:cubicBezTo>
                  <a:pt x="28456" y="3167"/>
                  <a:pt x="28516" y="3048"/>
                  <a:pt x="28575" y="2917"/>
                </a:cubicBezTo>
                <a:cubicBezTo>
                  <a:pt x="28635" y="2786"/>
                  <a:pt x="28683" y="2667"/>
                  <a:pt x="28742" y="2548"/>
                </a:cubicBezTo>
                <a:cubicBezTo>
                  <a:pt x="28849" y="2310"/>
                  <a:pt x="28945" y="2084"/>
                  <a:pt x="29028" y="1857"/>
                </a:cubicBezTo>
                <a:cubicBezTo>
                  <a:pt x="29099" y="1643"/>
                  <a:pt x="29171" y="1441"/>
                  <a:pt x="29230" y="1262"/>
                </a:cubicBezTo>
                <a:cubicBezTo>
                  <a:pt x="29290" y="1084"/>
                  <a:pt x="29337" y="929"/>
                  <a:pt x="29361" y="774"/>
                </a:cubicBezTo>
                <a:cubicBezTo>
                  <a:pt x="29397" y="631"/>
                  <a:pt x="29421" y="512"/>
                  <a:pt x="29457" y="405"/>
                </a:cubicBezTo>
                <a:cubicBezTo>
                  <a:pt x="29504" y="214"/>
                  <a:pt x="29528" y="107"/>
                  <a:pt x="29528" y="107"/>
                </a:cubicBezTo>
                <a:lnTo>
                  <a:pt x="287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6" name="Google Shape;1976;p45"/>
          <p:cNvSpPr/>
          <p:nvPr/>
        </p:nvSpPr>
        <p:spPr>
          <a:xfrm rot="9900160">
            <a:off x="-55136" y="4474805"/>
            <a:ext cx="1169829" cy="956469"/>
          </a:xfrm>
          <a:custGeom>
            <a:avLst/>
            <a:gdLst/>
            <a:ahLst/>
            <a:cxnLst/>
            <a:rect l="l" t="t" r="r" b="b"/>
            <a:pathLst>
              <a:path w="29635" h="24230" extrusionOk="0">
                <a:moveTo>
                  <a:pt x="20431" y="4644"/>
                </a:moveTo>
                <a:cubicBezTo>
                  <a:pt x="20503" y="4715"/>
                  <a:pt x="20598" y="4775"/>
                  <a:pt x="20681" y="4858"/>
                </a:cubicBezTo>
                <a:cubicBezTo>
                  <a:pt x="23264" y="6961"/>
                  <a:pt x="25678" y="9424"/>
                  <a:pt x="26570" y="9424"/>
                </a:cubicBezTo>
                <a:cubicBezTo>
                  <a:pt x="26652" y="9424"/>
                  <a:pt x="26722" y="9403"/>
                  <a:pt x="26777" y="9358"/>
                </a:cubicBezTo>
                <a:cubicBezTo>
                  <a:pt x="26849" y="9418"/>
                  <a:pt x="26920" y="9466"/>
                  <a:pt x="26980" y="9513"/>
                </a:cubicBezTo>
                <a:cubicBezTo>
                  <a:pt x="27087" y="9597"/>
                  <a:pt x="27170" y="9656"/>
                  <a:pt x="27254" y="9716"/>
                </a:cubicBezTo>
                <a:cubicBezTo>
                  <a:pt x="26480" y="9942"/>
                  <a:pt x="25718" y="10180"/>
                  <a:pt x="24944" y="10418"/>
                </a:cubicBezTo>
                <a:cubicBezTo>
                  <a:pt x="24884" y="10335"/>
                  <a:pt x="24765" y="10228"/>
                  <a:pt x="24610" y="10073"/>
                </a:cubicBezTo>
                <a:cubicBezTo>
                  <a:pt x="24551" y="10013"/>
                  <a:pt x="24467" y="9942"/>
                  <a:pt x="24396" y="9858"/>
                </a:cubicBezTo>
                <a:cubicBezTo>
                  <a:pt x="24491" y="9835"/>
                  <a:pt x="24956" y="9573"/>
                  <a:pt x="21253" y="5525"/>
                </a:cubicBezTo>
                <a:cubicBezTo>
                  <a:pt x="20967" y="5215"/>
                  <a:pt x="20681" y="4917"/>
                  <a:pt x="20431" y="4644"/>
                </a:cubicBezTo>
                <a:close/>
                <a:moveTo>
                  <a:pt x="20038" y="0"/>
                </a:moveTo>
                <a:cubicBezTo>
                  <a:pt x="20038" y="0"/>
                  <a:pt x="19788" y="786"/>
                  <a:pt x="22384" y="3560"/>
                </a:cubicBezTo>
                <a:cubicBezTo>
                  <a:pt x="24721" y="6031"/>
                  <a:pt x="26819" y="8865"/>
                  <a:pt x="27686" y="8865"/>
                </a:cubicBezTo>
                <a:cubicBezTo>
                  <a:pt x="27746" y="8865"/>
                  <a:pt x="27801" y="8851"/>
                  <a:pt x="27849" y="8823"/>
                </a:cubicBezTo>
                <a:lnTo>
                  <a:pt x="28075" y="9061"/>
                </a:lnTo>
                <a:cubicBezTo>
                  <a:pt x="28230" y="9216"/>
                  <a:pt x="28349" y="9323"/>
                  <a:pt x="28408" y="9382"/>
                </a:cubicBezTo>
                <a:cubicBezTo>
                  <a:pt x="28063" y="9477"/>
                  <a:pt x="27730" y="9573"/>
                  <a:pt x="27385" y="9680"/>
                </a:cubicBezTo>
                <a:cubicBezTo>
                  <a:pt x="27301" y="9620"/>
                  <a:pt x="27206" y="9525"/>
                  <a:pt x="27051" y="9418"/>
                </a:cubicBezTo>
                <a:cubicBezTo>
                  <a:pt x="26992" y="9382"/>
                  <a:pt x="26932" y="9335"/>
                  <a:pt x="26861" y="9275"/>
                </a:cubicBezTo>
                <a:cubicBezTo>
                  <a:pt x="26944" y="9263"/>
                  <a:pt x="27456" y="8989"/>
                  <a:pt x="23182" y="5370"/>
                </a:cubicBezTo>
                <a:cubicBezTo>
                  <a:pt x="18800" y="1684"/>
                  <a:pt x="17961" y="1607"/>
                  <a:pt x="17899" y="1607"/>
                </a:cubicBezTo>
                <a:cubicBezTo>
                  <a:pt x="17896" y="1607"/>
                  <a:pt x="17895" y="1607"/>
                  <a:pt x="17895" y="1607"/>
                </a:cubicBezTo>
                <a:cubicBezTo>
                  <a:pt x="17895" y="1607"/>
                  <a:pt x="17860" y="1846"/>
                  <a:pt x="18288" y="2453"/>
                </a:cubicBezTo>
                <a:cubicBezTo>
                  <a:pt x="16873" y="1130"/>
                  <a:pt x="16525" y="1107"/>
                  <a:pt x="16503" y="1107"/>
                </a:cubicBezTo>
                <a:cubicBezTo>
                  <a:pt x="16503" y="1107"/>
                  <a:pt x="16502" y="1107"/>
                  <a:pt x="16502" y="1107"/>
                </a:cubicBezTo>
                <a:cubicBezTo>
                  <a:pt x="16502" y="1107"/>
                  <a:pt x="16252" y="1893"/>
                  <a:pt x="18836" y="4655"/>
                </a:cubicBezTo>
                <a:cubicBezTo>
                  <a:pt x="21176" y="7141"/>
                  <a:pt x="23287" y="9970"/>
                  <a:pt x="24143" y="9970"/>
                </a:cubicBezTo>
                <a:cubicBezTo>
                  <a:pt x="24202" y="9970"/>
                  <a:pt x="24254" y="9957"/>
                  <a:pt x="24301" y="9930"/>
                </a:cubicBezTo>
                <a:lnTo>
                  <a:pt x="24539" y="10168"/>
                </a:lnTo>
                <a:cubicBezTo>
                  <a:pt x="24658" y="10287"/>
                  <a:pt x="24765" y="10370"/>
                  <a:pt x="24825" y="10454"/>
                </a:cubicBezTo>
                <a:cubicBezTo>
                  <a:pt x="24479" y="10549"/>
                  <a:pt x="24134" y="10656"/>
                  <a:pt x="23813" y="10763"/>
                </a:cubicBezTo>
                <a:cubicBezTo>
                  <a:pt x="23729" y="10704"/>
                  <a:pt x="23634" y="10632"/>
                  <a:pt x="23515" y="10537"/>
                </a:cubicBezTo>
                <a:cubicBezTo>
                  <a:pt x="23455" y="10489"/>
                  <a:pt x="23396" y="10454"/>
                  <a:pt x="23313" y="10394"/>
                </a:cubicBezTo>
                <a:cubicBezTo>
                  <a:pt x="23408" y="10370"/>
                  <a:pt x="23908" y="10108"/>
                  <a:pt x="19645" y="6489"/>
                </a:cubicBezTo>
                <a:cubicBezTo>
                  <a:pt x="15289" y="2813"/>
                  <a:pt x="14435" y="2726"/>
                  <a:pt x="14364" y="2726"/>
                </a:cubicBezTo>
                <a:cubicBezTo>
                  <a:pt x="14361" y="2726"/>
                  <a:pt x="14359" y="2727"/>
                  <a:pt x="14359" y="2727"/>
                </a:cubicBezTo>
                <a:cubicBezTo>
                  <a:pt x="14359" y="2727"/>
                  <a:pt x="14204" y="3548"/>
                  <a:pt x="17145" y="5953"/>
                </a:cubicBezTo>
                <a:cubicBezTo>
                  <a:pt x="19717" y="8068"/>
                  <a:pt x="22130" y="10531"/>
                  <a:pt x="23022" y="10531"/>
                </a:cubicBezTo>
                <a:cubicBezTo>
                  <a:pt x="23104" y="10531"/>
                  <a:pt x="23174" y="10510"/>
                  <a:pt x="23229" y="10466"/>
                </a:cubicBezTo>
                <a:cubicBezTo>
                  <a:pt x="23301" y="10525"/>
                  <a:pt x="23384" y="10573"/>
                  <a:pt x="23444" y="10609"/>
                </a:cubicBezTo>
                <a:cubicBezTo>
                  <a:pt x="23527" y="10692"/>
                  <a:pt x="23622" y="10751"/>
                  <a:pt x="23682" y="10787"/>
                </a:cubicBezTo>
                <a:cubicBezTo>
                  <a:pt x="22693" y="11085"/>
                  <a:pt x="21741" y="11382"/>
                  <a:pt x="20836" y="11680"/>
                </a:cubicBezTo>
                <a:cubicBezTo>
                  <a:pt x="20777" y="11621"/>
                  <a:pt x="20657" y="11502"/>
                  <a:pt x="20491" y="11359"/>
                </a:cubicBezTo>
                <a:lnTo>
                  <a:pt x="20134" y="11001"/>
                </a:lnTo>
                <a:cubicBezTo>
                  <a:pt x="20253" y="10906"/>
                  <a:pt x="20288" y="10335"/>
                  <a:pt x="16955" y="6679"/>
                </a:cubicBezTo>
                <a:cubicBezTo>
                  <a:pt x="12919" y="2263"/>
                  <a:pt x="12204" y="2262"/>
                  <a:pt x="12204" y="2262"/>
                </a:cubicBezTo>
                <a:lnTo>
                  <a:pt x="12204" y="2262"/>
                </a:lnTo>
                <a:cubicBezTo>
                  <a:pt x="12204" y="2262"/>
                  <a:pt x="11954" y="3048"/>
                  <a:pt x="14538" y="5822"/>
                </a:cubicBezTo>
                <a:cubicBezTo>
                  <a:pt x="16870" y="8309"/>
                  <a:pt x="18976" y="11125"/>
                  <a:pt x="19838" y="11125"/>
                </a:cubicBezTo>
                <a:cubicBezTo>
                  <a:pt x="19904" y="11125"/>
                  <a:pt x="19963" y="11108"/>
                  <a:pt x="20015" y="11073"/>
                </a:cubicBezTo>
                <a:cubicBezTo>
                  <a:pt x="20169" y="11204"/>
                  <a:pt x="20288" y="11347"/>
                  <a:pt x="20384" y="11442"/>
                </a:cubicBezTo>
                <a:cubicBezTo>
                  <a:pt x="20503" y="11561"/>
                  <a:pt x="20610" y="11656"/>
                  <a:pt x="20669" y="11728"/>
                </a:cubicBezTo>
                <a:cubicBezTo>
                  <a:pt x="20253" y="11859"/>
                  <a:pt x="19836" y="12002"/>
                  <a:pt x="19455" y="12121"/>
                </a:cubicBezTo>
                <a:cubicBezTo>
                  <a:pt x="19372" y="12061"/>
                  <a:pt x="19288" y="11978"/>
                  <a:pt x="19157" y="11883"/>
                </a:cubicBezTo>
                <a:cubicBezTo>
                  <a:pt x="19074" y="11823"/>
                  <a:pt x="18991" y="11763"/>
                  <a:pt x="18895" y="11680"/>
                </a:cubicBezTo>
                <a:cubicBezTo>
                  <a:pt x="19003" y="11656"/>
                  <a:pt x="19407" y="11323"/>
                  <a:pt x="15288" y="7739"/>
                </a:cubicBezTo>
                <a:cubicBezTo>
                  <a:pt x="10973" y="3992"/>
                  <a:pt x="10134" y="3905"/>
                  <a:pt x="10066" y="3905"/>
                </a:cubicBezTo>
                <a:cubicBezTo>
                  <a:pt x="10062" y="3905"/>
                  <a:pt x="10061" y="3905"/>
                  <a:pt x="10061" y="3905"/>
                </a:cubicBezTo>
                <a:cubicBezTo>
                  <a:pt x="10061" y="3905"/>
                  <a:pt x="9894" y="4715"/>
                  <a:pt x="12799" y="7156"/>
                </a:cubicBezTo>
                <a:cubicBezTo>
                  <a:pt x="15357" y="9320"/>
                  <a:pt x="17734" y="11825"/>
                  <a:pt x="18623" y="11825"/>
                </a:cubicBezTo>
                <a:cubicBezTo>
                  <a:pt x="18702" y="11825"/>
                  <a:pt x="18769" y="11805"/>
                  <a:pt x="18824" y="11763"/>
                </a:cubicBezTo>
                <a:cubicBezTo>
                  <a:pt x="18931" y="11835"/>
                  <a:pt x="19014" y="11906"/>
                  <a:pt x="19098" y="11966"/>
                </a:cubicBezTo>
                <a:cubicBezTo>
                  <a:pt x="19181" y="12037"/>
                  <a:pt x="19253" y="12097"/>
                  <a:pt x="19336" y="12144"/>
                </a:cubicBezTo>
                <a:cubicBezTo>
                  <a:pt x="18764" y="12323"/>
                  <a:pt x="18229" y="12502"/>
                  <a:pt x="17705" y="12668"/>
                </a:cubicBezTo>
                <a:cubicBezTo>
                  <a:pt x="17633" y="12609"/>
                  <a:pt x="17550" y="12537"/>
                  <a:pt x="17407" y="12430"/>
                </a:cubicBezTo>
                <a:cubicBezTo>
                  <a:pt x="17336" y="12371"/>
                  <a:pt x="17252" y="12311"/>
                  <a:pt x="17157" y="12240"/>
                </a:cubicBezTo>
                <a:cubicBezTo>
                  <a:pt x="17264" y="12204"/>
                  <a:pt x="17669" y="11883"/>
                  <a:pt x="13526" y="8287"/>
                </a:cubicBezTo>
                <a:cubicBezTo>
                  <a:pt x="9210" y="4539"/>
                  <a:pt x="8372" y="4453"/>
                  <a:pt x="8304" y="4453"/>
                </a:cubicBezTo>
                <a:cubicBezTo>
                  <a:pt x="8300" y="4453"/>
                  <a:pt x="8299" y="4453"/>
                  <a:pt x="8299" y="4453"/>
                </a:cubicBezTo>
                <a:cubicBezTo>
                  <a:pt x="8299" y="4453"/>
                  <a:pt x="8144" y="5275"/>
                  <a:pt x="11037" y="7715"/>
                </a:cubicBezTo>
                <a:cubicBezTo>
                  <a:pt x="13591" y="9865"/>
                  <a:pt x="15955" y="12376"/>
                  <a:pt x="16863" y="12376"/>
                </a:cubicBezTo>
                <a:cubicBezTo>
                  <a:pt x="16946" y="12376"/>
                  <a:pt x="17016" y="12355"/>
                  <a:pt x="17074" y="12311"/>
                </a:cubicBezTo>
                <a:cubicBezTo>
                  <a:pt x="17169" y="12383"/>
                  <a:pt x="17264" y="12454"/>
                  <a:pt x="17336" y="12514"/>
                </a:cubicBezTo>
                <a:cubicBezTo>
                  <a:pt x="17431" y="12597"/>
                  <a:pt x="17502" y="12656"/>
                  <a:pt x="17574" y="12692"/>
                </a:cubicBezTo>
                <a:cubicBezTo>
                  <a:pt x="17026" y="12871"/>
                  <a:pt x="16514" y="13037"/>
                  <a:pt x="16038" y="13192"/>
                </a:cubicBezTo>
                <a:cubicBezTo>
                  <a:pt x="15955" y="13145"/>
                  <a:pt x="15835" y="13073"/>
                  <a:pt x="15669" y="12966"/>
                </a:cubicBezTo>
                <a:cubicBezTo>
                  <a:pt x="15526" y="12871"/>
                  <a:pt x="15323" y="12775"/>
                  <a:pt x="15121" y="12656"/>
                </a:cubicBezTo>
                <a:cubicBezTo>
                  <a:pt x="15704" y="11799"/>
                  <a:pt x="9097" y="8858"/>
                  <a:pt x="9097" y="8858"/>
                </a:cubicBezTo>
                <a:cubicBezTo>
                  <a:pt x="9097" y="8858"/>
                  <a:pt x="6214" y="7336"/>
                  <a:pt x="4828" y="7336"/>
                </a:cubicBezTo>
                <a:cubicBezTo>
                  <a:pt x="4578" y="7336"/>
                  <a:pt x="4378" y="7385"/>
                  <a:pt x="4251" y="7501"/>
                </a:cubicBezTo>
                <a:cubicBezTo>
                  <a:pt x="4251" y="7501"/>
                  <a:pt x="4358" y="8430"/>
                  <a:pt x="7751" y="9632"/>
                </a:cubicBezTo>
                <a:cubicBezTo>
                  <a:pt x="9930" y="10397"/>
                  <a:pt x="13142" y="12841"/>
                  <a:pt x="14586" y="12841"/>
                </a:cubicBezTo>
                <a:cubicBezTo>
                  <a:pt x="14760" y="12841"/>
                  <a:pt x="14908" y="12806"/>
                  <a:pt x="15026" y="12728"/>
                </a:cubicBezTo>
                <a:lnTo>
                  <a:pt x="15050" y="12716"/>
                </a:lnTo>
                <a:lnTo>
                  <a:pt x="15062" y="12716"/>
                </a:lnTo>
                <a:cubicBezTo>
                  <a:pt x="15288" y="12835"/>
                  <a:pt x="15478" y="12918"/>
                  <a:pt x="15645" y="13014"/>
                </a:cubicBezTo>
                <a:cubicBezTo>
                  <a:pt x="15776" y="13085"/>
                  <a:pt x="15883" y="13145"/>
                  <a:pt x="15966" y="13192"/>
                </a:cubicBezTo>
                <a:cubicBezTo>
                  <a:pt x="15478" y="13347"/>
                  <a:pt x="15014" y="13490"/>
                  <a:pt x="14609" y="13621"/>
                </a:cubicBezTo>
                <a:cubicBezTo>
                  <a:pt x="14526" y="13585"/>
                  <a:pt x="14419" y="13549"/>
                  <a:pt x="14276" y="13490"/>
                </a:cubicBezTo>
                <a:cubicBezTo>
                  <a:pt x="14109" y="13430"/>
                  <a:pt x="13895" y="13335"/>
                  <a:pt x="13680" y="13252"/>
                </a:cubicBezTo>
                <a:cubicBezTo>
                  <a:pt x="13657" y="13252"/>
                  <a:pt x="13645" y="13228"/>
                  <a:pt x="13633" y="13228"/>
                </a:cubicBezTo>
                <a:cubicBezTo>
                  <a:pt x="13657" y="12394"/>
                  <a:pt x="10001" y="11644"/>
                  <a:pt x="6560" y="10489"/>
                </a:cubicBezTo>
                <a:cubicBezTo>
                  <a:pt x="4717" y="9873"/>
                  <a:pt x="3656" y="9723"/>
                  <a:pt x="3060" y="9723"/>
                </a:cubicBezTo>
                <a:cubicBezTo>
                  <a:pt x="2493" y="9723"/>
                  <a:pt x="2346" y="9858"/>
                  <a:pt x="2346" y="9858"/>
                </a:cubicBezTo>
                <a:cubicBezTo>
                  <a:pt x="2346" y="9858"/>
                  <a:pt x="2631" y="10513"/>
                  <a:pt x="8346" y="12323"/>
                </a:cubicBezTo>
                <a:cubicBezTo>
                  <a:pt x="11387" y="13294"/>
                  <a:pt x="12678" y="13521"/>
                  <a:pt x="13220" y="13521"/>
                </a:cubicBezTo>
                <a:cubicBezTo>
                  <a:pt x="13696" y="13521"/>
                  <a:pt x="13597" y="13347"/>
                  <a:pt x="13597" y="13347"/>
                </a:cubicBezTo>
                <a:cubicBezTo>
                  <a:pt x="13621" y="13347"/>
                  <a:pt x="13633" y="13371"/>
                  <a:pt x="13645" y="13371"/>
                </a:cubicBezTo>
                <a:cubicBezTo>
                  <a:pt x="13883" y="13454"/>
                  <a:pt x="14073" y="13526"/>
                  <a:pt x="14240" y="13585"/>
                </a:cubicBezTo>
                <a:cubicBezTo>
                  <a:pt x="14311" y="13621"/>
                  <a:pt x="14395" y="13645"/>
                  <a:pt x="14454" y="13668"/>
                </a:cubicBezTo>
                <a:cubicBezTo>
                  <a:pt x="13526" y="13942"/>
                  <a:pt x="12918" y="14145"/>
                  <a:pt x="12728" y="14169"/>
                </a:cubicBezTo>
                <a:lnTo>
                  <a:pt x="12192" y="14169"/>
                </a:lnTo>
                <a:lnTo>
                  <a:pt x="11966" y="14180"/>
                </a:lnTo>
                <a:cubicBezTo>
                  <a:pt x="11998" y="13783"/>
                  <a:pt x="10959" y="13661"/>
                  <a:pt x="9667" y="13661"/>
                </a:cubicBezTo>
                <a:cubicBezTo>
                  <a:pt x="7586" y="13661"/>
                  <a:pt x="4846" y="13978"/>
                  <a:pt x="4846" y="13978"/>
                </a:cubicBezTo>
                <a:cubicBezTo>
                  <a:pt x="4846" y="13978"/>
                  <a:pt x="322" y="14180"/>
                  <a:pt x="0" y="15276"/>
                </a:cubicBezTo>
                <a:cubicBezTo>
                  <a:pt x="0" y="15276"/>
                  <a:pt x="257" y="15615"/>
                  <a:pt x="1523" y="15615"/>
                </a:cubicBezTo>
                <a:cubicBezTo>
                  <a:pt x="2125" y="15615"/>
                  <a:pt x="2956" y="15538"/>
                  <a:pt x="4096" y="15312"/>
                </a:cubicBezTo>
                <a:cubicBezTo>
                  <a:pt x="6620" y="14823"/>
                  <a:pt x="11299" y="15466"/>
                  <a:pt x="11918" y="14288"/>
                </a:cubicBezTo>
                <a:lnTo>
                  <a:pt x="12192" y="14276"/>
                </a:lnTo>
                <a:cubicBezTo>
                  <a:pt x="12260" y="14272"/>
                  <a:pt x="12327" y="14270"/>
                  <a:pt x="12395" y="14270"/>
                </a:cubicBezTo>
                <a:cubicBezTo>
                  <a:pt x="12529" y="14270"/>
                  <a:pt x="12664" y="14276"/>
                  <a:pt x="12799" y="14276"/>
                </a:cubicBezTo>
                <a:lnTo>
                  <a:pt x="11954" y="14835"/>
                </a:lnTo>
                <a:cubicBezTo>
                  <a:pt x="11893" y="14792"/>
                  <a:pt x="11816" y="14771"/>
                  <a:pt x="11722" y="14771"/>
                </a:cubicBezTo>
                <a:cubicBezTo>
                  <a:pt x="10766" y="14771"/>
                  <a:pt x="8163" y="16916"/>
                  <a:pt x="5441" y="18705"/>
                </a:cubicBezTo>
                <a:cubicBezTo>
                  <a:pt x="2274" y="20788"/>
                  <a:pt x="2334" y="21622"/>
                  <a:pt x="2334" y="21622"/>
                </a:cubicBezTo>
                <a:cubicBezTo>
                  <a:pt x="2334" y="21622"/>
                  <a:pt x="2340" y="21623"/>
                  <a:pt x="2356" y="21623"/>
                </a:cubicBezTo>
                <a:cubicBezTo>
                  <a:pt x="2506" y="21623"/>
                  <a:pt x="3501" y="21478"/>
                  <a:pt x="7977" y="18443"/>
                </a:cubicBezTo>
                <a:cubicBezTo>
                  <a:pt x="12930" y="15073"/>
                  <a:pt x="12037" y="14954"/>
                  <a:pt x="12037" y="14954"/>
                </a:cubicBezTo>
                <a:cubicBezTo>
                  <a:pt x="12037" y="14942"/>
                  <a:pt x="12025" y="14942"/>
                  <a:pt x="12025" y="14931"/>
                </a:cubicBezTo>
                <a:lnTo>
                  <a:pt x="12752" y="14442"/>
                </a:lnTo>
                <a:cubicBezTo>
                  <a:pt x="12764" y="14442"/>
                  <a:pt x="12776" y="14419"/>
                  <a:pt x="12799" y="14419"/>
                </a:cubicBezTo>
                <a:cubicBezTo>
                  <a:pt x="12895" y="14383"/>
                  <a:pt x="13395" y="14204"/>
                  <a:pt x="14169" y="13942"/>
                </a:cubicBezTo>
                <a:lnTo>
                  <a:pt x="14169" y="13942"/>
                </a:lnTo>
                <a:lnTo>
                  <a:pt x="14073" y="14038"/>
                </a:lnTo>
                <a:cubicBezTo>
                  <a:pt x="13990" y="14121"/>
                  <a:pt x="13895" y="14228"/>
                  <a:pt x="13776" y="14335"/>
                </a:cubicBezTo>
                <a:cubicBezTo>
                  <a:pt x="13725" y="14301"/>
                  <a:pt x="13667" y="14284"/>
                  <a:pt x="13603" y="14284"/>
                </a:cubicBezTo>
                <a:cubicBezTo>
                  <a:pt x="12750" y="14284"/>
                  <a:pt x="10696" y="17148"/>
                  <a:pt x="8406" y="19693"/>
                </a:cubicBezTo>
                <a:cubicBezTo>
                  <a:pt x="5846" y="22574"/>
                  <a:pt x="6120" y="23372"/>
                  <a:pt x="6120" y="23372"/>
                </a:cubicBezTo>
                <a:cubicBezTo>
                  <a:pt x="6120" y="23372"/>
                  <a:pt x="6834" y="23372"/>
                  <a:pt x="10775" y="18860"/>
                </a:cubicBezTo>
                <a:cubicBezTo>
                  <a:pt x="14050" y="15121"/>
                  <a:pt x="13990" y="14561"/>
                  <a:pt x="13871" y="14466"/>
                </a:cubicBezTo>
                <a:cubicBezTo>
                  <a:pt x="13978" y="14359"/>
                  <a:pt x="14061" y="14276"/>
                  <a:pt x="14133" y="14180"/>
                </a:cubicBezTo>
                <a:cubicBezTo>
                  <a:pt x="14240" y="14085"/>
                  <a:pt x="14323" y="13990"/>
                  <a:pt x="14383" y="13918"/>
                </a:cubicBezTo>
                <a:cubicBezTo>
                  <a:pt x="14490" y="13883"/>
                  <a:pt x="14597" y="13847"/>
                  <a:pt x="14716" y="13811"/>
                </a:cubicBezTo>
                <a:lnTo>
                  <a:pt x="14728" y="13811"/>
                </a:lnTo>
                <a:lnTo>
                  <a:pt x="14728" y="13799"/>
                </a:lnTo>
                <a:cubicBezTo>
                  <a:pt x="15050" y="13692"/>
                  <a:pt x="15407" y="13573"/>
                  <a:pt x="15776" y="13454"/>
                </a:cubicBezTo>
                <a:lnTo>
                  <a:pt x="15776" y="13454"/>
                </a:lnTo>
                <a:cubicBezTo>
                  <a:pt x="15716" y="13526"/>
                  <a:pt x="15645" y="13645"/>
                  <a:pt x="15526" y="13788"/>
                </a:cubicBezTo>
                <a:cubicBezTo>
                  <a:pt x="15466" y="13859"/>
                  <a:pt x="15407" y="13942"/>
                  <a:pt x="15323" y="14049"/>
                </a:cubicBezTo>
                <a:cubicBezTo>
                  <a:pt x="15285" y="14031"/>
                  <a:pt x="15243" y="14022"/>
                  <a:pt x="15200" y="14022"/>
                </a:cubicBezTo>
                <a:cubicBezTo>
                  <a:pt x="14379" y="14022"/>
                  <a:pt x="12757" y="17241"/>
                  <a:pt x="10835" y="20169"/>
                </a:cubicBezTo>
                <a:cubicBezTo>
                  <a:pt x="8799" y="23372"/>
                  <a:pt x="9180" y="24110"/>
                  <a:pt x="9180" y="24110"/>
                </a:cubicBezTo>
                <a:cubicBezTo>
                  <a:pt x="9180" y="24110"/>
                  <a:pt x="9882" y="23991"/>
                  <a:pt x="13097" y="18943"/>
                </a:cubicBezTo>
                <a:cubicBezTo>
                  <a:pt x="16035" y="14318"/>
                  <a:pt x="15552" y="14119"/>
                  <a:pt x="15447" y="14119"/>
                </a:cubicBezTo>
                <a:cubicBezTo>
                  <a:pt x="15437" y="14119"/>
                  <a:pt x="15431" y="14121"/>
                  <a:pt x="15431" y="14121"/>
                </a:cubicBezTo>
                <a:lnTo>
                  <a:pt x="15419" y="14121"/>
                </a:lnTo>
                <a:cubicBezTo>
                  <a:pt x="15490" y="14026"/>
                  <a:pt x="15550" y="13930"/>
                  <a:pt x="15597" y="13859"/>
                </a:cubicBezTo>
                <a:cubicBezTo>
                  <a:pt x="15728" y="13668"/>
                  <a:pt x="15824" y="13526"/>
                  <a:pt x="15883" y="13454"/>
                </a:cubicBezTo>
                <a:cubicBezTo>
                  <a:pt x="16324" y="13311"/>
                  <a:pt x="16812" y="13156"/>
                  <a:pt x="17348" y="12990"/>
                </a:cubicBezTo>
                <a:lnTo>
                  <a:pt x="17348" y="12990"/>
                </a:lnTo>
                <a:cubicBezTo>
                  <a:pt x="17312" y="13073"/>
                  <a:pt x="17264" y="13156"/>
                  <a:pt x="17205" y="13264"/>
                </a:cubicBezTo>
                <a:cubicBezTo>
                  <a:pt x="17157" y="13347"/>
                  <a:pt x="17098" y="13454"/>
                  <a:pt x="17038" y="13561"/>
                </a:cubicBezTo>
                <a:cubicBezTo>
                  <a:pt x="17014" y="13555"/>
                  <a:pt x="16990" y="13552"/>
                  <a:pt x="16966" y="13552"/>
                </a:cubicBezTo>
                <a:cubicBezTo>
                  <a:pt x="16143" y="13552"/>
                  <a:pt x="14895" y="17001"/>
                  <a:pt x="13299" y="20157"/>
                </a:cubicBezTo>
                <a:cubicBezTo>
                  <a:pt x="11609" y="23551"/>
                  <a:pt x="12073" y="24229"/>
                  <a:pt x="12073" y="24229"/>
                </a:cubicBezTo>
                <a:cubicBezTo>
                  <a:pt x="12073" y="24229"/>
                  <a:pt x="12752" y="24039"/>
                  <a:pt x="15359" y="18645"/>
                </a:cubicBezTo>
                <a:cubicBezTo>
                  <a:pt x="17740" y="13728"/>
                  <a:pt x="17252" y="13585"/>
                  <a:pt x="17145" y="13585"/>
                </a:cubicBezTo>
                <a:cubicBezTo>
                  <a:pt x="17205" y="13490"/>
                  <a:pt x="17252" y="13395"/>
                  <a:pt x="17288" y="13311"/>
                </a:cubicBezTo>
                <a:cubicBezTo>
                  <a:pt x="17383" y="13145"/>
                  <a:pt x="17443" y="13026"/>
                  <a:pt x="17490" y="12930"/>
                </a:cubicBezTo>
                <a:lnTo>
                  <a:pt x="17752" y="12847"/>
                </a:lnTo>
                <a:lnTo>
                  <a:pt x="17764" y="12859"/>
                </a:lnTo>
                <a:lnTo>
                  <a:pt x="17788" y="12835"/>
                </a:lnTo>
                <a:cubicBezTo>
                  <a:pt x="18336" y="12656"/>
                  <a:pt x="18895" y="12478"/>
                  <a:pt x="19514" y="12299"/>
                </a:cubicBezTo>
                <a:lnTo>
                  <a:pt x="19514" y="12275"/>
                </a:lnTo>
                <a:cubicBezTo>
                  <a:pt x="19895" y="12156"/>
                  <a:pt x="20288" y="12037"/>
                  <a:pt x="20705" y="11906"/>
                </a:cubicBezTo>
                <a:lnTo>
                  <a:pt x="20705" y="11906"/>
                </a:lnTo>
                <a:cubicBezTo>
                  <a:pt x="20657" y="11966"/>
                  <a:pt x="20598" y="12061"/>
                  <a:pt x="20538" y="12144"/>
                </a:cubicBezTo>
                <a:cubicBezTo>
                  <a:pt x="20467" y="12264"/>
                  <a:pt x="20360" y="12418"/>
                  <a:pt x="20253" y="12573"/>
                </a:cubicBezTo>
                <a:cubicBezTo>
                  <a:pt x="20212" y="12553"/>
                  <a:pt x="20169" y="12543"/>
                  <a:pt x="20123" y="12543"/>
                </a:cubicBezTo>
                <a:cubicBezTo>
                  <a:pt x="19301" y="12543"/>
                  <a:pt x="17783" y="15833"/>
                  <a:pt x="15955" y="18824"/>
                </a:cubicBezTo>
                <a:cubicBezTo>
                  <a:pt x="13978" y="22074"/>
                  <a:pt x="14395" y="22789"/>
                  <a:pt x="14395" y="22789"/>
                </a:cubicBezTo>
                <a:cubicBezTo>
                  <a:pt x="14395" y="22789"/>
                  <a:pt x="15085" y="22658"/>
                  <a:pt x="18121" y="17490"/>
                </a:cubicBezTo>
                <a:cubicBezTo>
                  <a:pt x="20729" y="13085"/>
                  <a:pt x="20479" y="12633"/>
                  <a:pt x="20348" y="12609"/>
                </a:cubicBezTo>
                <a:cubicBezTo>
                  <a:pt x="20443" y="12454"/>
                  <a:pt x="20538" y="12311"/>
                  <a:pt x="20610" y="12204"/>
                </a:cubicBezTo>
                <a:cubicBezTo>
                  <a:pt x="20705" y="12073"/>
                  <a:pt x="20777" y="11954"/>
                  <a:pt x="20824" y="11883"/>
                </a:cubicBezTo>
                <a:cubicBezTo>
                  <a:pt x="21205" y="11763"/>
                  <a:pt x="21610" y="11644"/>
                  <a:pt x="22027" y="11502"/>
                </a:cubicBezTo>
                <a:lnTo>
                  <a:pt x="22027" y="11502"/>
                </a:lnTo>
                <a:cubicBezTo>
                  <a:pt x="21991" y="11585"/>
                  <a:pt x="21931" y="11728"/>
                  <a:pt x="21860" y="11918"/>
                </a:cubicBezTo>
                <a:cubicBezTo>
                  <a:pt x="21800" y="12085"/>
                  <a:pt x="21729" y="12275"/>
                  <a:pt x="21634" y="12490"/>
                </a:cubicBezTo>
                <a:lnTo>
                  <a:pt x="21634" y="12502"/>
                </a:lnTo>
                <a:cubicBezTo>
                  <a:pt x="21612" y="12496"/>
                  <a:pt x="21590" y="12493"/>
                  <a:pt x="21568" y="12493"/>
                </a:cubicBezTo>
                <a:cubicBezTo>
                  <a:pt x="20783" y="12493"/>
                  <a:pt x="20032" y="15985"/>
                  <a:pt x="18931" y="19241"/>
                </a:cubicBezTo>
                <a:cubicBezTo>
                  <a:pt x="17752" y="22681"/>
                  <a:pt x="18288" y="23277"/>
                  <a:pt x="18288" y="23277"/>
                </a:cubicBezTo>
                <a:cubicBezTo>
                  <a:pt x="18288" y="23277"/>
                  <a:pt x="18919" y="23015"/>
                  <a:pt x="20681" y="17550"/>
                </a:cubicBezTo>
                <a:cubicBezTo>
                  <a:pt x="22146" y="13073"/>
                  <a:pt x="21896" y="12561"/>
                  <a:pt x="21753" y="12514"/>
                </a:cubicBezTo>
                <a:cubicBezTo>
                  <a:pt x="21848" y="12299"/>
                  <a:pt x="21908" y="12121"/>
                  <a:pt x="21967" y="11954"/>
                </a:cubicBezTo>
                <a:cubicBezTo>
                  <a:pt x="22086" y="11644"/>
                  <a:pt x="22146" y="11466"/>
                  <a:pt x="22158" y="11466"/>
                </a:cubicBezTo>
                <a:cubicBezTo>
                  <a:pt x="22467" y="11371"/>
                  <a:pt x="22789" y="11263"/>
                  <a:pt x="23110" y="11180"/>
                </a:cubicBezTo>
                <a:lnTo>
                  <a:pt x="23110" y="11180"/>
                </a:lnTo>
                <a:cubicBezTo>
                  <a:pt x="23098" y="11251"/>
                  <a:pt x="23051" y="11418"/>
                  <a:pt x="23003" y="11644"/>
                </a:cubicBezTo>
                <a:cubicBezTo>
                  <a:pt x="22979" y="11740"/>
                  <a:pt x="22967" y="11859"/>
                  <a:pt x="22920" y="12013"/>
                </a:cubicBezTo>
                <a:cubicBezTo>
                  <a:pt x="22905" y="12011"/>
                  <a:pt x="22890" y="12010"/>
                  <a:pt x="22875" y="12010"/>
                </a:cubicBezTo>
                <a:cubicBezTo>
                  <a:pt x="22044" y="12010"/>
                  <a:pt x="21862" y="15623"/>
                  <a:pt x="21277" y="19098"/>
                </a:cubicBezTo>
                <a:cubicBezTo>
                  <a:pt x="20669" y="22681"/>
                  <a:pt x="21300" y="23170"/>
                  <a:pt x="21300" y="23170"/>
                </a:cubicBezTo>
                <a:cubicBezTo>
                  <a:pt x="21300" y="23170"/>
                  <a:pt x="21872" y="22801"/>
                  <a:pt x="22753" y="17133"/>
                </a:cubicBezTo>
                <a:cubicBezTo>
                  <a:pt x="23479" y="12502"/>
                  <a:pt x="23158" y="12013"/>
                  <a:pt x="23027" y="11990"/>
                </a:cubicBezTo>
                <a:cubicBezTo>
                  <a:pt x="23051" y="11871"/>
                  <a:pt x="23063" y="11752"/>
                  <a:pt x="23098" y="11656"/>
                </a:cubicBezTo>
                <a:cubicBezTo>
                  <a:pt x="23158" y="11335"/>
                  <a:pt x="23205" y="11156"/>
                  <a:pt x="23205" y="11144"/>
                </a:cubicBezTo>
                <a:cubicBezTo>
                  <a:pt x="24158" y="10859"/>
                  <a:pt x="25122" y="10561"/>
                  <a:pt x="26087" y="10287"/>
                </a:cubicBezTo>
                <a:lnTo>
                  <a:pt x="26087" y="10287"/>
                </a:lnTo>
                <a:cubicBezTo>
                  <a:pt x="26063" y="10359"/>
                  <a:pt x="26003" y="10501"/>
                  <a:pt x="25920" y="10680"/>
                </a:cubicBezTo>
                <a:cubicBezTo>
                  <a:pt x="25896" y="10775"/>
                  <a:pt x="25849" y="10882"/>
                  <a:pt x="25801" y="10978"/>
                </a:cubicBezTo>
                <a:cubicBezTo>
                  <a:pt x="25793" y="10977"/>
                  <a:pt x="25785" y="10977"/>
                  <a:pt x="25777" y="10977"/>
                </a:cubicBezTo>
                <a:cubicBezTo>
                  <a:pt x="24988" y="10977"/>
                  <a:pt x="24242" y="14464"/>
                  <a:pt x="23122" y="17740"/>
                </a:cubicBezTo>
                <a:cubicBezTo>
                  <a:pt x="21955" y="21181"/>
                  <a:pt x="22491" y="21777"/>
                  <a:pt x="22491" y="21777"/>
                </a:cubicBezTo>
                <a:cubicBezTo>
                  <a:pt x="22491" y="21777"/>
                  <a:pt x="23110" y="21503"/>
                  <a:pt x="24884" y="16038"/>
                </a:cubicBezTo>
                <a:cubicBezTo>
                  <a:pt x="26436" y="11278"/>
                  <a:pt x="26050" y="11013"/>
                  <a:pt x="25930" y="11013"/>
                </a:cubicBezTo>
                <a:cubicBezTo>
                  <a:pt x="25926" y="11013"/>
                  <a:pt x="25923" y="11013"/>
                  <a:pt x="25920" y="11013"/>
                </a:cubicBezTo>
                <a:cubicBezTo>
                  <a:pt x="25968" y="10906"/>
                  <a:pt x="26003" y="10823"/>
                  <a:pt x="26027" y="10728"/>
                </a:cubicBezTo>
                <a:cubicBezTo>
                  <a:pt x="26146" y="10418"/>
                  <a:pt x="26206" y="10239"/>
                  <a:pt x="26206" y="10239"/>
                </a:cubicBezTo>
                <a:lnTo>
                  <a:pt x="26194" y="10239"/>
                </a:lnTo>
                <a:cubicBezTo>
                  <a:pt x="26753" y="10073"/>
                  <a:pt x="27337" y="9894"/>
                  <a:pt x="27908" y="9727"/>
                </a:cubicBezTo>
                <a:lnTo>
                  <a:pt x="27908" y="9727"/>
                </a:lnTo>
                <a:cubicBezTo>
                  <a:pt x="27885" y="9811"/>
                  <a:pt x="27861" y="9906"/>
                  <a:pt x="27849" y="10025"/>
                </a:cubicBezTo>
                <a:cubicBezTo>
                  <a:pt x="27825" y="10120"/>
                  <a:pt x="27801" y="10228"/>
                  <a:pt x="27789" y="10347"/>
                </a:cubicBezTo>
                <a:cubicBezTo>
                  <a:pt x="26968" y="10370"/>
                  <a:pt x="26837" y="14002"/>
                  <a:pt x="26277" y="17455"/>
                </a:cubicBezTo>
                <a:cubicBezTo>
                  <a:pt x="25706" y="21038"/>
                  <a:pt x="26337" y="21538"/>
                  <a:pt x="26337" y="21538"/>
                </a:cubicBezTo>
                <a:cubicBezTo>
                  <a:pt x="26337" y="21538"/>
                  <a:pt x="26908" y="21157"/>
                  <a:pt x="27742" y="15478"/>
                </a:cubicBezTo>
                <a:cubicBezTo>
                  <a:pt x="28453" y="10728"/>
                  <a:pt x="28092" y="10363"/>
                  <a:pt x="27963" y="10363"/>
                </a:cubicBezTo>
                <a:cubicBezTo>
                  <a:pt x="27950" y="10363"/>
                  <a:pt x="27939" y="10367"/>
                  <a:pt x="27932" y="10370"/>
                </a:cubicBezTo>
                <a:cubicBezTo>
                  <a:pt x="27944" y="10275"/>
                  <a:pt x="27980" y="10168"/>
                  <a:pt x="27992" y="10073"/>
                </a:cubicBezTo>
                <a:cubicBezTo>
                  <a:pt x="28027" y="9930"/>
                  <a:pt x="28051" y="9811"/>
                  <a:pt x="28063" y="9716"/>
                </a:cubicBezTo>
                <a:lnTo>
                  <a:pt x="29635" y="9275"/>
                </a:lnTo>
                <a:lnTo>
                  <a:pt x="29551" y="9037"/>
                </a:lnTo>
                <a:cubicBezTo>
                  <a:pt x="29218" y="9132"/>
                  <a:pt x="28873" y="9227"/>
                  <a:pt x="28516" y="9335"/>
                </a:cubicBezTo>
                <a:cubicBezTo>
                  <a:pt x="28468" y="9287"/>
                  <a:pt x="28337" y="9168"/>
                  <a:pt x="28158" y="8977"/>
                </a:cubicBezTo>
                <a:cubicBezTo>
                  <a:pt x="28099" y="8918"/>
                  <a:pt x="28004" y="8835"/>
                  <a:pt x="27932" y="8751"/>
                </a:cubicBezTo>
                <a:cubicBezTo>
                  <a:pt x="28039" y="8739"/>
                  <a:pt x="28492" y="8465"/>
                  <a:pt x="24789" y="4417"/>
                </a:cubicBezTo>
                <a:cubicBezTo>
                  <a:pt x="20765" y="0"/>
                  <a:pt x="20038" y="0"/>
                  <a:pt x="20038" y="0"/>
                </a:cubicBezTo>
                <a:close/>
              </a:path>
            </a:pathLst>
          </a:custGeom>
          <a:solidFill>
            <a:srgbClr val="67B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7" name="Google Shape;1977;p45"/>
          <p:cNvSpPr/>
          <p:nvPr/>
        </p:nvSpPr>
        <p:spPr>
          <a:xfrm>
            <a:off x="4677828" y="4704000"/>
            <a:ext cx="4466231" cy="439489"/>
          </a:xfrm>
          <a:custGeom>
            <a:avLst/>
            <a:gdLst/>
            <a:ahLst/>
            <a:cxnLst/>
            <a:rect l="l" t="t" r="r" b="b"/>
            <a:pathLst>
              <a:path w="53984" h="8516" extrusionOk="0">
                <a:moveTo>
                  <a:pt x="46657" y="1"/>
                </a:moveTo>
                <a:cubicBezTo>
                  <a:pt x="46074" y="1"/>
                  <a:pt x="45488" y="51"/>
                  <a:pt x="44899" y="169"/>
                </a:cubicBezTo>
                <a:cubicBezTo>
                  <a:pt x="43542" y="431"/>
                  <a:pt x="42387" y="1407"/>
                  <a:pt x="41470" y="2038"/>
                </a:cubicBezTo>
                <a:cubicBezTo>
                  <a:pt x="39232" y="3574"/>
                  <a:pt x="37029" y="4872"/>
                  <a:pt x="33612" y="5336"/>
                </a:cubicBezTo>
                <a:cubicBezTo>
                  <a:pt x="32989" y="5416"/>
                  <a:pt x="32472" y="5460"/>
                  <a:pt x="31980" y="5460"/>
                </a:cubicBezTo>
                <a:cubicBezTo>
                  <a:pt x="31371" y="5460"/>
                  <a:pt x="30802" y="5392"/>
                  <a:pt x="30123" y="5241"/>
                </a:cubicBezTo>
                <a:cubicBezTo>
                  <a:pt x="29750" y="5162"/>
                  <a:pt x="28846" y="5072"/>
                  <a:pt x="27839" y="5072"/>
                </a:cubicBezTo>
                <a:cubicBezTo>
                  <a:pt x="26724" y="5072"/>
                  <a:pt x="25482" y="5182"/>
                  <a:pt x="24694" y="5538"/>
                </a:cubicBezTo>
                <a:cubicBezTo>
                  <a:pt x="23539" y="6071"/>
                  <a:pt x="22016" y="6265"/>
                  <a:pt x="20469" y="6265"/>
                </a:cubicBezTo>
                <a:cubicBezTo>
                  <a:pt x="19146" y="6265"/>
                  <a:pt x="17804" y="6123"/>
                  <a:pt x="16657" y="5931"/>
                </a:cubicBezTo>
                <a:cubicBezTo>
                  <a:pt x="14636" y="5589"/>
                  <a:pt x="12849" y="5387"/>
                  <a:pt x="11110" y="5387"/>
                </a:cubicBezTo>
                <a:cubicBezTo>
                  <a:pt x="8793" y="5387"/>
                  <a:pt x="6562" y="5746"/>
                  <a:pt x="3977" y="6610"/>
                </a:cubicBezTo>
                <a:cubicBezTo>
                  <a:pt x="2417" y="7134"/>
                  <a:pt x="1179" y="7801"/>
                  <a:pt x="0" y="8515"/>
                </a:cubicBezTo>
                <a:lnTo>
                  <a:pt x="53983" y="8515"/>
                </a:lnTo>
                <a:lnTo>
                  <a:pt x="53983" y="1574"/>
                </a:lnTo>
                <a:cubicBezTo>
                  <a:pt x="51696" y="973"/>
                  <a:pt x="49211" y="1"/>
                  <a:pt x="4665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p45"/>
          <p:cNvSpPr/>
          <p:nvPr/>
        </p:nvSpPr>
        <p:spPr>
          <a:xfrm rot="10800000">
            <a:off x="13" y="2"/>
            <a:ext cx="2412987" cy="395097"/>
          </a:xfrm>
          <a:custGeom>
            <a:avLst/>
            <a:gdLst/>
            <a:ahLst/>
            <a:cxnLst/>
            <a:rect l="l" t="t" r="r" b="b"/>
            <a:pathLst>
              <a:path w="18087" h="4414" extrusionOk="0">
                <a:moveTo>
                  <a:pt x="9433" y="1"/>
                </a:moveTo>
                <a:cubicBezTo>
                  <a:pt x="8856" y="1"/>
                  <a:pt x="8275" y="50"/>
                  <a:pt x="7692" y="163"/>
                </a:cubicBezTo>
                <a:cubicBezTo>
                  <a:pt x="6323" y="425"/>
                  <a:pt x="5180" y="1402"/>
                  <a:pt x="4263" y="2033"/>
                </a:cubicBezTo>
                <a:cubicBezTo>
                  <a:pt x="2918" y="2961"/>
                  <a:pt x="1584" y="3795"/>
                  <a:pt x="1" y="4414"/>
                </a:cubicBezTo>
                <a:lnTo>
                  <a:pt x="18086" y="4414"/>
                </a:lnTo>
                <a:lnTo>
                  <a:pt x="18086" y="4402"/>
                </a:lnTo>
                <a:lnTo>
                  <a:pt x="18086" y="1878"/>
                </a:lnTo>
                <a:cubicBezTo>
                  <a:pt x="15443" y="1377"/>
                  <a:pt x="12488" y="1"/>
                  <a:pt x="94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"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46"/>
          <p:cNvSpPr/>
          <p:nvPr/>
        </p:nvSpPr>
        <p:spPr>
          <a:xfrm rot="10800000" flipH="1">
            <a:off x="6493582" y="5"/>
            <a:ext cx="2650424" cy="648670"/>
          </a:xfrm>
          <a:custGeom>
            <a:avLst/>
            <a:gdLst/>
            <a:ahLst/>
            <a:cxnLst/>
            <a:rect l="l" t="t" r="r" b="b"/>
            <a:pathLst>
              <a:path w="18087" h="4414" extrusionOk="0">
                <a:moveTo>
                  <a:pt x="9433" y="1"/>
                </a:moveTo>
                <a:cubicBezTo>
                  <a:pt x="8856" y="1"/>
                  <a:pt x="8275" y="50"/>
                  <a:pt x="7692" y="163"/>
                </a:cubicBezTo>
                <a:cubicBezTo>
                  <a:pt x="6323" y="425"/>
                  <a:pt x="5180" y="1402"/>
                  <a:pt x="4263" y="2033"/>
                </a:cubicBezTo>
                <a:cubicBezTo>
                  <a:pt x="2918" y="2961"/>
                  <a:pt x="1584" y="3795"/>
                  <a:pt x="1" y="4414"/>
                </a:cubicBezTo>
                <a:lnTo>
                  <a:pt x="18086" y="4414"/>
                </a:lnTo>
                <a:lnTo>
                  <a:pt x="18086" y="4402"/>
                </a:lnTo>
                <a:lnTo>
                  <a:pt x="18086" y="1878"/>
                </a:lnTo>
                <a:cubicBezTo>
                  <a:pt x="15443" y="1377"/>
                  <a:pt x="12488" y="1"/>
                  <a:pt x="94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1" name="Google Shape;1981;p46"/>
          <p:cNvGrpSpPr/>
          <p:nvPr/>
        </p:nvGrpSpPr>
        <p:grpSpPr>
          <a:xfrm rot="2064314">
            <a:off x="1472406" y="1181296"/>
            <a:ext cx="2747443" cy="2493889"/>
            <a:chOff x="747700" y="1105791"/>
            <a:chExt cx="2747649" cy="2494076"/>
          </a:xfrm>
        </p:grpSpPr>
        <p:sp>
          <p:nvSpPr>
            <p:cNvPr id="1982" name="Google Shape;1982;p46"/>
            <p:cNvSpPr/>
            <p:nvPr/>
          </p:nvSpPr>
          <p:spPr>
            <a:xfrm>
              <a:off x="1853769" y="1486664"/>
              <a:ext cx="15296" cy="13674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69" y="1"/>
                  </a:moveTo>
                  <a:cubicBezTo>
                    <a:pt x="61" y="1"/>
                    <a:pt x="54" y="2"/>
                    <a:pt x="48" y="6"/>
                  </a:cubicBezTo>
                  <a:cubicBezTo>
                    <a:pt x="24" y="17"/>
                    <a:pt x="0" y="53"/>
                    <a:pt x="24" y="77"/>
                  </a:cubicBezTo>
                  <a:cubicBezTo>
                    <a:pt x="24" y="104"/>
                    <a:pt x="37" y="117"/>
                    <a:pt x="64" y="117"/>
                  </a:cubicBezTo>
                  <a:cubicBezTo>
                    <a:pt x="73" y="117"/>
                    <a:pt x="84" y="116"/>
                    <a:pt x="96" y="113"/>
                  </a:cubicBezTo>
                  <a:cubicBezTo>
                    <a:pt x="119" y="89"/>
                    <a:pt x="131" y="65"/>
                    <a:pt x="119" y="29"/>
                  </a:cubicBezTo>
                  <a:cubicBezTo>
                    <a:pt x="111" y="12"/>
                    <a:pt x="89" y="1"/>
                    <a:pt x="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6"/>
            <p:cNvSpPr/>
            <p:nvPr/>
          </p:nvSpPr>
          <p:spPr>
            <a:xfrm>
              <a:off x="2005451" y="1551555"/>
              <a:ext cx="18077" cy="14485"/>
            </a:xfrm>
            <a:custGeom>
              <a:avLst/>
              <a:gdLst/>
              <a:ahLst/>
              <a:cxnLst/>
              <a:rect l="l" t="t" r="r" b="b"/>
              <a:pathLst>
                <a:path w="156" h="125" extrusionOk="0">
                  <a:moveTo>
                    <a:pt x="84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25" y="17"/>
                    <a:pt x="1" y="53"/>
                    <a:pt x="25" y="88"/>
                  </a:cubicBezTo>
                  <a:cubicBezTo>
                    <a:pt x="37" y="112"/>
                    <a:pt x="60" y="124"/>
                    <a:pt x="96" y="124"/>
                  </a:cubicBezTo>
                  <a:cubicBezTo>
                    <a:pt x="144" y="112"/>
                    <a:pt x="156" y="88"/>
                    <a:pt x="144" y="53"/>
                  </a:cubicBezTo>
                  <a:cubicBezTo>
                    <a:pt x="126" y="16"/>
                    <a:pt x="107" y="1"/>
                    <a:pt x="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6"/>
            <p:cNvSpPr/>
            <p:nvPr/>
          </p:nvSpPr>
          <p:spPr>
            <a:xfrm>
              <a:off x="2956534" y="2220554"/>
              <a:ext cx="34647" cy="31287"/>
            </a:xfrm>
            <a:custGeom>
              <a:avLst/>
              <a:gdLst/>
              <a:ahLst/>
              <a:cxnLst/>
              <a:rect l="l" t="t" r="r" b="b"/>
              <a:pathLst>
                <a:path w="299" h="270" extrusionOk="0">
                  <a:moveTo>
                    <a:pt x="156" y="1"/>
                  </a:moveTo>
                  <a:cubicBezTo>
                    <a:pt x="135" y="1"/>
                    <a:pt x="114" y="6"/>
                    <a:pt x="96" y="17"/>
                  </a:cubicBezTo>
                  <a:cubicBezTo>
                    <a:pt x="36" y="53"/>
                    <a:pt x="0" y="124"/>
                    <a:pt x="36" y="196"/>
                  </a:cubicBezTo>
                  <a:cubicBezTo>
                    <a:pt x="53" y="239"/>
                    <a:pt x="96" y="270"/>
                    <a:pt x="149" y="270"/>
                  </a:cubicBezTo>
                  <a:cubicBezTo>
                    <a:pt x="170" y="270"/>
                    <a:pt x="192" y="265"/>
                    <a:pt x="215" y="255"/>
                  </a:cubicBezTo>
                  <a:cubicBezTo>
                    <a:pt x="274" y="232"/>
                    <a:pt x="298" y="160"/>
                    <a:pt x="274" y="77"/>
                  </a:cubicBezTo>
                  <a:cubicBezTo>
                    <a:pt x="250" y="27"/>
                    <a:pt x="20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6"/>
            <p:cNvSpPr/>
            <p:nvPr/>
          </p:nvSpPr>
          <p:spPr>
            <a:xfrm>
              <a:off x="3086200" y="2567951"/>
              <a:ext cx="55274" cy="48669"/>
            </a:xfrm>
            <a:custGeom>
              <a:avLst/>
              <a:gdLst/>
              <a:ahLst/>
              <a:cxnLst/>
              <a:rect l="l" t="t" r="r" b="b"/>
              <a:pathLst>
                <a:path w="477" h="420" extrusionOk="0">
                  <a:moveTo>
                    <a:pt x="238" y="1"/>
                  </a:moveTo>
                  <a:cubicBezTo>
                    <a:pt x="207" y="1"/>
                    <a:pt x="175" y="7"/>
                    <a:pt x="143" y="20"/>
                  </a:cubicBezTo>
                  <a:cubicBezTo>
                    <a:pt x="48" y="79"/>
                    <a:pt x="1" y="198"/>
                    <a:pt x="48" y="293"/>
                  </a:cubicBezTo>
                  <a:cubicBezTo>
                    <a:pt x="92" y="372"/>
                    <a:pt x="168" y="419"/>
                    <a:pt x="243" y="419"/>
                  </a:cubicBezTo>
                  <a:cubicBezTo>
                    <a:pt x="270" y="419"/>
                    <a:pt x="297" y="413"/>
                    <a:pt x="322" y="401"/>
                  </a:cubicBezTo>
                  <a:cubicBezTo>
                    <a:pt x="429" y="341"/>
                    <a:pt x="477" y="222"/>
                    <a:pt x="429" y="115"/>
                  </a:cubicBezTo>
                  <a:cubicBezTo>
                    <a:pt x="394" y="45"/>
                    <a:pt x="321" y="1"/>
                    <a:pt x="2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6"/>
            <p:cNvSpPr/>
            <p:nvPr/>
          </p:nvSpPr>
          <p:spPr>
            <a:xfrm>
              <a:off x="1906579" y="2283012"/>
              <a:ext cx="84359" cy="74973"/>
            </a:xfrm>
            <a:custGeom>
              <a:avLst/>
              <a:gdLst/>
              <a:ahLst/>
              <a:cxnLst/>
              <a:rect l="l" t="t" r="r" b="b"/>
              <a:pathLst>
                <a:path w="728" h="647" extrusionOk="0">
                  <a:moveTo>
                    <a:pt x="376" y="0"/>
                  </a:moveTo>
                  <a:cubicBezTo>
                    <a:pt x="325" y="0"/>
                    <a:pt x="274" y="13"/>
                    <a:pt x="227" y="38"/>
                  </a:cubicBezTo>
                  <a:cubicBezTo>
                    <a:pt x="60" y="109"/>
                    <a:pt x="1" y="300"/>
                    <a:pt x="72" y="467"/>
                  </a:cubicBezTo>
                  <a:cubicBezTo>
                    <a:pt x="122" y="583"/>
                    <a:pt x="235" y="647"/>
                    <a:pt x="352" y="647"/>
                  </a:cubicBezTo>
                  <a:cubicBezTo>
                    <a:pt x="403" y="647"/>
                    <a:pt x="454" y="635"/>
                    <a:pt x="501" y="609"/>
                  </a:cubicBezTo>
                  <a:cubicBezTo>
                    <a:pt x="668" y="538"/>
                    <a:pt x="727" y="347"/>
                    <a:pt x="656" y="181"/>
                  </a:cubicBezTo>
                  <a:cubicBezTo>
                    <a:pt x="606" y="65"/>
                    <a:pt x="492" y="0"/>
                    <a:pt x="3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6"/>
            <p:cNvSpPr/>
            <p:nvPr/>
          </p:nvSpPr>
          <p:spPr>
            <a:xfrm>
              <a:off x="2415740" y="2941073"/>
              <a:ext cx="62110" cy="54115"/>
            </a:xfrm>
            <a:custGeom>
              <a:avLst/>
              <a:gdLst/>
              <a:ahLst/>
              <a:cxnLst/>
              <a:rect l="l" t="t" r="r" b="b"/>
              <a:pathLst>
                <a:path w="536" h="467" extrusionOk="0">
                  <a:moveTo>
                    <a:pt x="263" y="1"/>
                  </a:moveTo>
                  <a:cubicBezTo>
                    <a:pt x="226" y="1"/>
                    <a:pt x="190" y="9"/>
                    <a:pt x="155" y="26"/>
                  </a:cubicBezTo>
                  <a:cubicBezTo>
                    <a:pt x="60" y="86"/>
                    <a:pt x="0" y="217"/>
                    <a:pt x="60" y="336"/>
                  </a:cubicBezTo>
                  <a:cubicBezTo>
                    <a:pt x="103" y="414"/>
                    <a:pt x="184" y="467"/>
                    <a:pt x="271" y="467"/>
                  </a:cubicBezTo>
                  <a:cubicBezTo>
                    <a:pt x="304" y="467"/>
                    <a:pt x="337" y="459"/>
                    <a:pt x="369" y="443"/>
                  </a:cubicBezTo>
                  <a:cubicBezTo>
                    <a:pt x="476" y="383"/>
                    <a:pt x="536" y="252"/>
                    <a:pt x="476" y="133"/>
                  </a:cubicBezTo>
                  <a:cubicBezTo>
                    <a:pt x="434" y="49"/>
                    <a:pt x="350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6"/>
            <p:cNvSpPr/>
            <p:nvPr/>
          </p:nvSpPr>
          <p:spPr>
            <a:xfrm>
              <a:off x="2625360" y="2598659"/>
              <a:ext cx="31866" cy="25725"/>
            </a:xfrm>
            <a:custGeom>
              <a:avLst/>
              <a:gdLst/>
              <a:ahLst/>
              <a:cxnLst/>
              <a:rect l="l" t="t" r="r" b="b"/>
              <a:pathLst>
                <a:path w="275" h="222" extrusionOk="0">
                  <a:moveTo>
                    <a:pt x="126" y="1"/>
                  </a:moveTo>
                  <a:cubicBezTo>
                    <a:pt x="115" y="1"/>
                    <a:pt x="104" y="2"/>
                    <a:pt x="96" y="5"/>
                  </a:cubicBezTo>
                  <a:cubicBezTo>
                    <a:pt x="37" y="28"/>
                    <a:pt x="1" y="88"/>
                    <a:pt x="37" y="148"/>
                  </a:cubicBezTo>
                  <a:cubicBezTo>
                    <a:pt x="54" y="191"/>
                    <a:pt x="90" y="221"/>
                    <a:pt x="131" y="221"/>
                  </a:cubicBezTo>
                  <a:cubicBezTo>
                    <a:pt x="147" y="221"/>
                    <a:pt x="163" y="217"/>
                    <a:pt x="180" y="207"/>
                  </a:cubicBezTo>
                  <a:cubicBezTo>
                    <a:pt x="239" y="183"/>
                    <a:pt x="275" y="124"/>
                    <a:pt x="239" y="64"/>
                  </a:cubicBezTo>
                  <a:cubicBezTo>
                    <a:pt x="221" y="18"/>
                    <a:pt x="166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6"/>
            <p:cNvSpPr/>
            <p:nvPr/>
          </p:nvSpPr>
          <p:spPr>
            <a:xfrm>
              <a:off x="2746798" y="2622297"/>
              <a:ext cx="30476" cy="26304"/>
            </a:xfrm>
            <a:custGeom>
              <a:avLst/>
              <a:gdLst/>
              <a:ahLst/>
              <a:cxnLst/>
              <a:rect l="l" t="t" r="r" b="b"/>
              <a:pathLst>
                <a:path w="263" h="227" extrusionOk="0">
                  <a:moveTo>
                    <a:pt x="108" y="1"/>
                  </a:moveTo>
                  <a:cubicBezTo>
                    <a:pt x="100" y="1"/>
                    <a:pt x="92" y="1"/>
                    <a:pt x="84" y="3"/>
                  </a:cubicBezTo>
                  <a:cubicBezTo>
                    <a:pt x="24" y="27"/>
                    <a:pt x="1" y="98"/>
                    <a:pt x="24" y="158"/>
                  </a:cubicBezTo>
                  <a:cubicBezTo>
                    <a:pt x="33" y="202"/>
                    <a:pt x="81" y="227"/>
                    <a:pt x="130" y="227"/>
                  </a:cubicBezTo>
                  <a:cubicBezTo>
                    <a:pt x="147" y="227"/>
                    <a:pt x="164" y="224"/>
                    <a:pt x="179" y="217"/>
                  </a:cubicBezTo>
                  <a:cubicBezTo>
                    <a:pt x="239" y="205"/>
                    <a:pt x="263" y="122"/>
                    <a:pt x="239" y="63"/>
                  </a:cubicBezTo>
                  <a:cubicBezTo>
                    <a:pt x="208" y="32"/>
                    <a:pt x="159" y="1"/>
                    <a:pt x="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6"/>
            <p:cNvSpPr/>
            <p:nvPr/>
          </p:nvSpPr>
          <p:spPr>
            <a:xfrm>
              <a:off x="2299863" y="2547325"/>
              <a:ext cx="48321" cy="41716"/>
            </a:xfrm>
            <a:custGeom>
              <a:avLst/>
              <a:gdLst/>
              <a:ahLst/>
              <a:cxnLst/>
              <a:rect l="l" t="t" r="r" b="b"/>
              <a:pathLst>
                <a:path w="417" h="360" extrusionOk="0">
                  <a:moveTo>
                    <a:pt x="212" y="0"/>
                  </a:moveTo>
                  <a:cubicBezTo>
                    <a:pt x="185" y="0"/>
                    <a:pt x="157" y="6"/>
                    <a:pt x="131" y="19"/>
                  </a:cubicBezTo>
                  <a:cubicBezTo>
                    <a:pt x="48" y="55"/>
                    <a:pt x="0" y="162"/>
                    <a:pt x="48" y="257"/>
                  </a:cubicBezTo>
                  <a:cubicBezTo>
                    <a:pt x="74" y="318"/>
                    <a:pt x="137" y="359"/>
                    <a:pt x="207" y="359"/>
                  </a:cubicBezTo>
                  <a:cubicBezTo>
                    <a:pt x="233" y="359"/>
                    <a:pt x="260" y="354"/>
                    <a:pt x="286" y="341"/>
                  </a:cubicBezTo>
                  <a:cubicBezTo>
                    <a:pt x="369" y="293"/>
                    <a:pt x="417" y="198"/>
                    <a:pt x="369" y="102"/>
                  </a:cubicBezTo>
                  <a:cubicBezTo>
                    <a:pt x="352" y="42"/>
                    <a:pt x="284" y="0"/>
                    <a:pt x="2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6"/>
            <p:cNvSpPr/>
            <p:nvPr/>
          </p:nvSpPr>
          <p:spPr>
            <a:xfrm>
              <a:off x="3288984" y="2452654"/>
              <a:ext cx="27695" cy="23523"/>
            </a:xfrm>
            <a:custGeom>
              <a:avLst/>
              <a:gdLst/>
              <a:ahLst/>
              <a:cxnLst/>
              <a:rect l="l" t="t" r="r" b="b"/>
              <a:pathLst>
                <a:path w="239" h="203" extrusionOk="0">
                  <a:moveTo>
                    <a:pt x="119" y="0"/>
                  </a:moveTo>
                  <a:cubicBezTo>
                    <a:pt x="106" y="0"/>
                    <a:pt x="94" y="4"/>
                    <a:pt x="84" y="15"/>
                  </a:cubicBezTo>
                  <a:cubicBezTo>
                    <a:pt x="37" y="38"/>
                    <a:pt x="1" y="98"/>
                    <a:pt x="37" y="146"/>
                  </a:cubicBezTo>
                  <a:cubicBezTo>
                    <a:pt x="54" y="180"/>
                    <a:pt x="91" y="202"/>
                    <a:pt x="128" y="202"/>
                  </a:cubicBezTo>
                  <a:cubicBezTo>
                    <a:pt x="141" y="202"/>
                    <a:pt x="155" y="200"/>
                    <a:pt x="168" y="193"/>
                  </a:cubicBezTo>
                  <a:cubicBezTo>
                    <a:pt x="215" y="157"/>
                    <a:pt x="239" y="98"/>
                    <a:pt x="215" y="62"/>
                  </a:cubicBezTo>
                  <a:cubicBezTo>
                    <a:pt x="190" y="28"/>
                    <a:pt x="152" y="0"/>
                    <a:pt x="1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6"/>
            <p:cNvSpPr/>
            <p:nvPr/>
          </p:nvSpPr>
          <p:spPr>
            <a:xfrm>
              <a:off x="3323515" y="2324611"/>
              <a:ext cx="16686" cy="12978"/>
            </a:xfrm>
            <a:custGeom>
              <a:avLst/>
              <a:gdLst/>
              <a:ahLst/>
              <a:cxnLst/>
              <a:rect l="l" t="t" r="r" b="b"/>
              <a:pathLst>
                <a:path w="144" h="112" extrusionOk="0">
                  <a:moveTo>
                    <a:pt x="48" y="0"/>
                  </a:moveTo>
                  <a:cubicBezTo>
                    <a:pt x="24" y="12"/>
                    <a:pt x="0" y="48"/>
                    <a:pt x="24" y="72"/>
                  </a:cubicBezTo>
                  <a:cubicBezTo>
                    <a:pt x="33" y="99"/>
                    <a:pt x="49" y="112"/>
                    <a:pt x="71" y="112"/>
                  </a:cubicBezTo>
                  <a:cubicBezTo>
                    <a:pt x="79" y="112"/>
                    <a:pt x="87" y="110"/>
                    <a:pt x="96" y="108"/>
                  </a:cubicBezTo>
                  <a:cubicBezTo>
                    <a:pt x="120" y="96"/>
                    <a:pt x="143" y="60"/>
                    <a:pt x="120" y="36"/>
                  </a:cubicBezTo>
                  <a:cubicBezTo>
                    <a:pt x="108" y="12"/>
                    <a:pt x="84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6"/>
            <p:cNvSpPr/>
            <p:nvPr/>
          </p:nvSpPr>
          <p:spPr>
            <a:xfrm>
              <a:off x="3192459" y="2255665"/>
              <a:ext cx="13905" cy="11588"/>
            </a:xfrm>
            <a:custGeom>
              <a:avLst/>
              <a:gdLst/>
              <a:ahLst/>
              <a:cxnLst/>
              <a:rect l="l" t="t" r="r" b="b"/>
              <a:pathLst>
                <a:path w="120" h="100" extrusionOk="0">
                  <a:moveTo>
                    <a:pt x="48" y="0"/>
                  </a:moveTo>
                  <a:cubicBezTo>
                    <a:pt x="24" y="0"/>
                    <a:pt x="0" y="36"/>
                    <a:pt x="24" y="60"/>
                  </a:cubicBezTo>
                  <a:cubicBezTo>
                    <a:pt x="24" y="86"/>
                    <a:pt x="38" y="100"/>
                    <a:pt x="59" y="100"/>
                  </a:cubicBezTo>
                  <a:cubicBezTo>
                    <a:pt x="67" y="100"/>
                    <a:pt x="75" y="98"/>
                    <a:pt x="84" y="95"/>
                  </a:cubicBezTo>
                  <a:cubicBezTo>
                    <a:pt x="108" y="95"/>
                    <a:pt x="119" y="60"/>
                    <a:pt x="108" y="36"/>
                  </a:cubicBezTo>
                  <a:cubicBezTo>
                    <a:pt x="108" y="12"/>
                    <a:pt x="84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6"/>
            <p:cNvSpPr/>
            <p:nvPr/>
          </p:nvSpPr>
          <p:spPr>
            <a:xfrm>
              <a:off x="2589554" y="2128433"/>
              <a:ext cx="34531" cy="30360"/>
            </a:xfrm>
            <a:custGeom>
              <a:avLst/>
              <a:gdLst/>
              <a:ahLst/>
              <a:cxnLst/>
              <a:rect l="l" t="t" r="r" b="b"/>
              <a:pathLst>
                <a:path w="298" h="262" extrusionOk="0">
                  <a:moveTo>
                    <a:pt x="149" y="0"/>
                  </a:moveTo>
                  <a:cubicBezTo>
                    <a:pt x="129" y="0"/>
                    <a:pt x="107" y="5"/>
                    <a:pt x="84" y="15"/>
                  </a:cubicBezTo>
                  <a:cubicBezTo>
                    <a:pt x="24" y="38"/>
                    <a:pt x="0" y="134"/>
                    <a:pt x="24" y="193"/>
                  </a:cubicBezTo>
                  <a:cubicBezTo>
                    <a:pt x="51" y="237"/>
                    <a:pt x="103" y="262"/>
                    <a:pt x="153" y="262"/>
                  </a:cubicBezTo>
                  <a:cubicBezTo>
                    <a:pt x="170" y="262"/>
                    <a:pt x="187" y="259"/>
                    <a:pt x="203" y="253"/>
                  </a:cubicBezTo>
                  <a:cubicBezTo>
                    <a:pt x="262" y="217"/>
                    <a:pt x="298" y="134"/>
                    <a:pt x="262" y="74"/>
                  </a:cubicBezTo>
                  <a:cubicBezTo>
                    <a:pt x="245" y="31"/>
                    <a:pt x="203" y="0"/>
                    <a:pt x="1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6"/>
            <p:cNvSpPr/>
            <p:nvPr/>
          </p:nvSpPr>
          <p:spPr>
            <a:xfrm>
              <a:off x="2050150" y="1989960"/>
              <a:ext cx="49711" cy="43802"/>
            </a:xfrm>
            <a:custGeom>
              <a:avLst/>
              <a:gdLst/>
              <a:ahLst/>
              <a:cxnLst/>
              <a:rect l="l" t="t" r="r" b="b"/>
              <a:pathLst>
                <a:path w="429" h="378" extrusionOk="0">
                  <a:moveTo>
                    <a:pt x="215" y="0"/>
                  </a:moveTo>
                  <a:cubicBezTo>
                    <a:pt x="189" y="0"/>
                    <a:pt x="160" y="6"/>
                    <a:pt x="131" y="19"/>
                  </a:cubicBezTo>
                  <a:cubicBezTo>
                    <a:pt x="36" y="67"/>
                    <a:pt x="0" y="186"/>
                    <a:pt x="36" y="269"/>
                  </a:cubicBezTo>
                  <a:cubicBezTo>
                    <a:pt x="71" y="340"/>
                    <a:pt x="146" y="378"/>
                    <a:pt x="222" y="378"/>
                  </a:cubicBezTo>
                  <a:cubicBezTo>
                    <a:pt x="247" y="378"/>
                    <a:pt x="273" y="373"/>
                    <a:pt x="298" y="364"/>
                  </a:cubicBezTo>
                  <a:cubicBezTo>
                    <a:pt x="381" y="317"/>
                    <a:pt x="429" y="198"/>
                    <a:pt x="381" y="102"/>
                  </a:cubicBezTo>
                  <a:cubicBezTo>
                    <a:pt x="346" y="42"/>
                    <a:pt x="287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6"/>
            <p:cNvSpPr/>
            <p:nvPr/>
          </p:nvSpPr>
          <p:spPr>
            <a:xfrm>
              <a:off x="2443318" y="2214529"/>
              <a:ext cx="30476" cy="27115"/>
            </a:xfrm>
            <a:custGeom>
              <a:avLst/>
              <a:gdLst/>
              <a:ahLst/>
              <a:cxnLst/>
              <a:rect l="l" t="t" r="r" b="b"/>
              <a:pathLst>
                <a:path w="263" h="234" extrusionOk="0">
                  <a:moveTo>
                    <a:pt x="129" y="1"/>
                  </a:moveTo>
                  <a:cubicBezTo>
                    <a:pt x="114" y="1"/>
                    <a:pt x="99" y="4"/>
                    <a:pt x="84" y="10"/>
                  </a:cubicBezTo>
                  <a:cubicBezTo>
                    <a:pt x="24" y="45"/>
                    <a:pt x="0" y="105"/>
                    <a:pt x="24" y="165"/>
                  </a:cubicBezTo>
                  <a:cubicBezTo>
                    <a:pt x="42" y="209"/>
                    <a:pt x="79" y="233"/>
                    <a:pt x="126" y="233"/>
                  </a:cubicBezTo>
                  <a:cubicBezTo>
                    <a:pt x="143" y="233"/>
                    <a:pt x="160" y="230"/>
                    <a:pt x="179" y="224"/>
                  </a:cubicBezTo>
                  <a:cubicBezTo>
                    <a:pt x="238" y="188"/>
                    <a:pt x="262" y="129"/>
                    <a:pt x="238" y="69"/>
                  </a:cubicBezTo>
                  <a:cubicBezTo>
                    <a:pt x="212" y="25"/>
                    <a:pt x="172" y="1"/>
                    <a:pt x="1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6"/>
            <p:cNvSpPr/>
            <p:nvPr/>
          </p:nvSpPr>
          <p:spPr>
            <a:xfrm>
              <a:off x="2626750" y="2305260"/>
              <a:ext cx="34647" cy="30708"/>
            </a:xfrm>
            <a:custGeom>
              <a:avLst/>
              <a:gdLst/>
              <a:ahLst/>
              <a:cxnLst/>
              <a:rect l="l" t="t" r="r" b="b"/>
              <a:pathLst>
                <a:path w="299" h="265" extrusionOk="0">
                  <a:moveTo>
                    <a:pt x="163" y="0"/>
                  </a:moveTo>
                  <a:cubicBezTo>
                    <a:pt x="140" y="0"/>
                    <a:pt x="116" y="8"/>
                    <a:pt x="96" y="24"/>
                  </a:cubicBezTo>
                  <a:cubicBezTo>
                    <a:pt x="37" y="48"/>
                    <a:pt x="1" y="132"/>
                    <a:pt x="37" y="191"/>
                  </a:cubicBezTo>
                  <a:cubicBezTo>
                    <a:pt x="54" y="234"/>
                    <a:pt x="109" y="265"/>
                    <a:pt x="160" y="265"/>
                  </a:cubicBezTo>
                  <a:cubicBezTo>
                    <a:pt x="180" y="265"/>
                    <a:pt x="199" y="261"/>
                    <a:pt x="215" y="251"/>
                  </a:cubicBezTo>
                  <a:cubicBezTo>
                    <a:pt x="275" y="227"/>
                    <a:pt x="298" y="144"/>
                    <a:pt x="275" y="84"/>
                  </a:cubicBezTo>
                  <a:cubicBezTo>
                    <a:pt x="251" y="29"/>
                    <a:pt x="207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6"/>
            <p:cNvSpPr/>
            <p:nvPr/>
          </p:nvSpPr>
          <p:spPr>
            <a:xfrm>
              <a:off x="1215377" y="2841999"/>
              <a:ext cx="2897" cy="4172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13" y="0"/>
                  </a:moveTo>
                  <a:cubicBezTo>
                    <a:pt x="1" y="0"/>
                    <a:pt x="1" y="12"/>
                    <a:pt x="1" y="12"/>
                  </a:cubicBezTo>
                  <a:cubicBezTo>
                    <a:pt x="1" y="36"/>
                    <a:pt x="13" y="36"/>
                    <a:pt x="13" y="36"/>
                  </a:cubicBezTo>
                  <a:cubicBezTo>
                    <a:pt x="25" y="36"/>
                    <a:pt x="25" y="12"/>
                    <a:pt x="25" y="12"/>
                  </a:cubicBezTo>
                  <a:cubicBezTo>
                    <a:pt x="25" y="0"/>
                    <a:pt x="13" y="0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6"/>
            <p:cNvSpPr/>
            <p:nvPr/>
          </p:nvSpPr>
          <p:spPr>
            <a:xfrm>
              <a:off x="1520363" y="3032384"/>
              <a:ext cx="37313" cy="32562"/>
            </a:xfrm>
            <a:custGeom>
              <a:avLst/>
              <a:gdLst/>
              <a:ahLst/>
              <a:cxnLst/>
              <a:rect l="l" t="t" r="r" b="b"/>
              <a:pathLst>
                <a:path w="322" h="281" extrusionOk="0">
                  <a:moveTo>
                    <a:pt x="169" y="0"/>
                  </a:moveTo>
                  <a:cubicBezTo>
                    <a:pt x="152" y="0"/>
                    <a:pt x="136" y="4"/>
                    <a:pt x="119" y="12"/>
                  </a:cubicBezTo>
                  <a:cubicBezTo>
                    <a:pt x="48" y="36"/>
                    <a:pt x="0" y="119"/>
                    <a:pt x="24" y="191"/>
                  </a:cubicBezTo>
                  <a:cubicBezTo>
                    <a:pt x="53" y="240"/>
                    <a:pt x="106" y="280"/>
                    <a:pt x="164" y="280"/>
                  </a:cubicBezTo>
                  <a:cubicBezTo>
                    <a:pt x="177" y="280"/>
                    <a:pt x="190" y="278"/>
                    <a:pt x="202" y="274"/>
                  </a:cubicBezTo>
                  <a:cubicBezTo>
                    <a:pt x="286" y="250"/>
                    <a:pt x="321" y="179"/>
                    <a:pt x="298" y="95"/>
                  </a:cubicBezTo>
                  <a:cubicBezTo>
                    <a:pt x="270" y="41"/>
                    <a:pt x="22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6"/>
            <p:cNvSpPr/>
            <p:nvPr/>
          </p:nvSpPr>
          <p:spPr>
            <a:xfrm>
              <a:off x="1409933" y="2653816"/>
              <a:ext cx="56664" cy="49480"/>
            </a:xfrm>
            <a:custGeom>
              <a:avLst/>
              <a:gdLst/>
              <a:ahLst/>
              <a:cxnLst/>
              <a:rect l="l" t="t" r="r" b="b"/>
              <a:pathLst>
                <a:path w="489" h="427" extrusionOk="0">
                  <a:moveTo>
                    <a:pt x="255" y="0"/>
                  </a:moveTo>
                  <a:cubicBezTo>
                    <a:pt x="230" y="0"/>
                    <a:pt x="204" y="6"/>
                    <a:pt x="179" y="17"/>
                  </a:cubicBezTo>
                  <a:cubicBezTo>
                    <a:pt x="60" y="64"/>
                    <a:pt x="1" y="184"/>
                    <a:pt x="48" y="291"/>
                  </a:cubicBezTo>
                  <a:cubicBezTo>
                    <a:pt x="68" y="372"/>
                    <a:pt x="158" y="427"/>
                    <a:pt x="257" y="427"/>
                  </a:cubicBezTo>
                  <a:cubicBezTo>
                    <a:pt x="275" y="427"/>
                    <a:pt x="292" y="425"/>
                    <a:pt x="310" y="422"/>
                  </a:cubicBezTo>
                  <a:cubicBezTo>
                    <a:pt x="429" y="374"/>
                    <a:pt x="489" y="255"/>
                    <a:pt x="441" y="148"/>
                  </a:cubicBezTo>
                  <a:cubicBezTo>
                    <a:pt x="414" y="57"/>
                    <a:pt x="337" y="0"/>
                    <a:pt x="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6"/>
            <p:cNvSpPr/>
            <p:nvPr/>
          </p:nvSpPr>
          <p:spPr>
            <a:xfrm>
              <a:off x="1202978" y="3012221"/>
              <a:ext cx="84243" cy="74857"/>
            </a:xfrm>
            <a:custGeom>
              <a:avLst/>
              <a:gdLst/>
              <a:ahLst/>
              <a:cxnLst/>
              <a:rect l="l" t="t" r="r" b="b"/>
              <a:pathLst>
                <a:path w="727" h="646" extrusionOk="0">
                  <a:moveTo>
                    <a:pt x="362" y="0"/>
                  </a:moveTo>
                  <a:cubicBezTo>
                    <a:pt x="324" y="0"/>
                    <a:pt x="287" y="6"/>
                    <a:pt x="251" y="19"/>
                  </a:cubicBezTo>
                  <a:cubicBezTo>
                    <a:pt x="84" y="79"/>
                    <a:pt x="1" y="269"/>
                    <a:pt x="60" y="436"/>
                  </a:cubicBezTo>
                  <a:cubicBezTo>
                    <a:pt x="107" y="566"/>
                    <a:pt x="233" y="646"/>
                    <a:pt x="366" y="646"/>
                  </a:cubicBezTo>
                  <a:cubicBezTo>
                    <a:pt x="403" y="646"/>
                    <a:pt x="440" y="640"/>
                    <a:pt x="477" y="627"/>
                  </a:cubicBezTo>
                  <a:cubicBezTo>
                    <a:pt x="632" y="567"/>
                    <a:pt x="727" y="377"/>
                    <a:pt x="667" y="210"/>
                  </a:cubicBezTo>
                  <a:cubicBezTo>
                    <a:pt x="621" y="80"/>
                    <a:pt x="494" y="0"/>
                    <a:pt x="3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6"/>
            <p:cNvSpPr/>
            <p:nvPr/>
          </p:nvSpPr>
          <p:spPr>
            <a:xfrm>
              <a:off x="1447129" y="3088352"/>
              <a:ext cx="55389" cy="49596"/>
            </a:xfrm>
            <a:custGeom>
              <a:avLst/>
              <a:gdLst/>
              <a:ahLst/>
              <a:cxnLst/>
              <a:rect l="l" t="t" r="r" b="b"/>
              <a:pathLst>
                <a:path w="478" h="428" extrusionOk="0">
                  <a:moveTo>
                    <a:pt x="257" y="1"/>
                  </a:moveTo>
                  <a:cubicBezTo>
                    <a:pt x="231" y="1"/>
                    <a:pt x="205" y="6"/>
                    <a:pt x="180" y="17"/>
                  </a:cubicBezTo>
                  <a:cubicBezTo>
                    <a:pt x="61" y="53"/>
                    <a:pt x="1" y="184"/>
                    <a:pt x="49" y="291"/>
                  </a:cubicBezTo>
                  <a:cubicBezTo>
                    <a:pt x="89" y="372"/>
                    <a:pt x="181" y="427"/>
                    <a:pt x="274" y="427"/>
                  </a:cubicBezTo>
                  <a:cubicBezTo>
                    <a:pt x="290" y="427"/>
                    <a:pt x="306" y="426"/>
                    <a:pt x="322" y="422"/>
                  </a:cubicBezTo>
                  <a:cubicBezTo>
                    <a:pt x="442" y="386"/>
                    <a:pt x="477" y="267"/>
                    <a:pt x="453" y="148"/>
                  </a:cubicBezTo>
                  <a:cubicBezTo>
                    <a:pt x="426" y="57"/>
                    <a:pt x="343" y="1"/>
                    <a:pt x="2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6"/>
            <p:cNvSpPr/>
            <p:nvPr/>
          </p:nvSpPr>
          <p:spPr>
            <a:xfrm>
              <a:off x="1684444" y="3062512"/>
              <a:ext cx="62226" cy="54694"/>
            </a:xfrm>
            <a:custGeom>
              <a:avLst/>
              <a:gdLst/>
              <a:ahLst/>
              <a:cxnLst/>
              <a:rect l="l" t="t" r="r" b="b"/>
              <a:pathLst>
                <a:path w="537" h="472" extrusionOk="0">
                  <a:moveTo>
                    <a:pt x="262" y="0"/>
                  </a:moveTo>
                  <a:cubicBezTo>
                    <a:pt x="238" y="0"/>
                    <a:pt x="215" y="5"/>
                    <a:pt x="191" y="14"/>
                  </a:cubicBezTo>
                  <a:cubicBezTo>
                    <a:pt x="72" y="62"/>
                    <a:pt x="1" y="193"/>
                    <a:pt x="37" y="312"/>
                  </a:cubicBezTo>
                  <a:cubicBezTo>
                    <a:pt x="77" y="413"/>
                    <a:pt x="179" y="472"/>
                    <a:pt x="282" y="472"/>
                  </a:cubicBezTo>
                  <a:cubicBezTo>
                    <a:pt x="299" y="472"/>
                    <a:pt x="317" y="470"/>
                    <a:pt x="334" y="467"/>
                  </a:cubicBezTo>
                  <a:cubicBezTo>
                    <a:pt x="453" y="419"/>
                    <a:pt x="537" y="288"/>
                    <a:pt x="489" y="169"/>
                  </a:cubicBezTo>
                  <a:cubicBezTo>
                    <a:pt x="451" y="73"/>
                    <a:pt x="358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6"/>
            <p:cNvSpPr/>
            <p:nvPr/>
          </p:nvSpPr>
          <p:spPr>
            <a:xfrm>
              <a:off x="1603099" y="2823690"/>
              <a:ext cx="62226" cy="54578"/>
            </a:xfrm>
            <a:custGeom>
              <a:avLst/>
              <a:gdLst/>
              <a:ahLst/>
              <a:cxnLst/>
              <a:rect l="l" t="t" r="r" b="b"/>
              <a:pathLst>
                <a:path w="537" h="471" extrusionOk="0">
                  <a:moveTo>
                    <a:pt x="268" y="0"/>
                  </a:moveTo>
                  <a:cubicBezTo>
                    <a:pt x="242" y="0"/>
                    <a:pt x="216" y="5"/>
                    <a:pt x="191" y="15"/>
                  </a:cubicBezTo>
                  <a:cubicBezTo>
                    <a:pt x="72" y="51"/>
                    <a:pt x="0" y="194"/>
                    <a:pt x="36" y="313"/>
                  </a:cubicBezTo>
                  <a:cubicBezTo>
                    <a:pt x="64" y="407"/>
                    <a:pt x="151" y="471"/>
                    <a:pt x="251" y="471"/>
                  </a:cubicBezTo>
                  <a:cubicBezTo>
                    <a:pt x="278" y="471"/>
                    <a:pt x="306" y="466"/>
                    <a:pt x="334" y="456"/>
                  </a:cubicBezTo>
                  <a:cubicBezTo>
                    <a:pt x="465" y="408"/>
                    <a:pt x="536" y="277"/>
                    <a:pt x="489" y="158"/>
                  </a:cubicBezTo>
                  <a:cubicBezTo>
                    <a:pt x="451" y="65"/>
                    <a:pt x="362" y="0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6"/>
            <p:cNvSpPr/>
            <p:nvPr/>
          </p:nvSpPr>
          <p:spPr>
            <a:xfrm>
              <a:off x="991851" y="2636898"/>
              <a:ext cx="87024" cy="76363"/>
            </a:xfrm>
            <a:custGeom>
              <a:avLst/>
              <a:gdLst/>
              <a:ahLst/>
              <a:cxnLst/>
              <a:rect l="l" t="t" r="r" b="b"/>
              <a:pathLst>
                <a:path w="751" h="659" extrusionOk="0">
                  <a:moveTo>
                    <a:pt x="389" y="1"/>
                  </a:moveTo>
                  <a:cubicBezTo>
                    <a:pt x="352" y="1"/>
                    <a:pt x="313" y="7"/>
                    <a:pt x="275" y="20"/>
                  </a:cubicBezTo>
                  <a:cubicBezTo>
                    <a:pt x="96" y="79"/>
                    <a:pt x="1" y="258"/>
                    <a:pt x="60" y="437"/>
                  </a:cubicBezTo>
                  <a:cubicBezTo>
                    <a:pt x="107" y="577"/>
                    <a:pt x="242" y="658"/>
                    <a:pt x="372" y="658"/>
                  </a:cubicBezTo>
                  <a:cubicBezTo>
                    <a:pt x="408" y="658"/>
                    <a:pt x="444" y="652"/>
                    <a:pt x="477" y="639"/>
                  </a:cubicBezTo>
                  <a:cubicBezTo>
                    <a:pt x="656" y="580"/>
                    <a:pt x="751" y="401"/>
                    <a:pt x="691" y="222"/>
                  </a:cubicBezTo>
                  <a:cubicBezTo>
                    <a:pt x="645" y="82"/>
                    <a:pt x="525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6"/>
            <p:cNvSpPr/>
            <p:nvPr/>
          </p:nvSpPr>
          <p:spPr>
            <a:xfrm>
              <a:off x="1895571" y="2698196"/>
              <a:ext cx="30476" cy="26999"/>
            </a:xfrm>
            <a:custGeom>
              <a:avLst/>
              <a:gdLst/>
              <a:ahLst/>
              <a:cxnLst/>
              <a:rect l="l" t="t" r="r" b="b"/>
              <a:pathLst>
                <a:path w="263" h="233" extrusionOk="0">
                  <a:moveTo>
                    <a:pt x="119" y="1"/>
                  </a:moveTo>
                  <a:cubicBezTo>
                    <a:pt x="111" y="1"/>
                    <a:pt x="103" y="1"/>
                    <a:pt x="96" y="3"/>
                  </a:cubicBezTo>
                  <a:cubicBezTo>
                    <a:pt x="36" y="39"/>
                    <a:pt x="1" y="98"/>
                    <a:pt x="24" y="158"/>
                  </a:cubicBezTo>
                  <a:cubicBezTo>
                    <a:pt x="44" y="207"/>
                    <a:pt x="89" y="232"/>
                    <a:pt x="138" y="232"/>
                  </a:cubicBezTo>
                  <a:cubicBezTo>
                    <a:pt x="147" y="232"/>
                    <a:pt x="157" y="231"/>
                    <a:pt x="167" y="229"/>
                  </a:cubicBezTo>
                  <a:cubicBezTo>
                    <a:pt x="227" y="205"/>
                    <a:pt x="262" y="146"/>
                    <a:pt x="239" y="86"/>
                  </a:cubicBezTo>
                  <a:cubicBezTo>
                    <a:pt x="218" y="34"/>
                    <a:pt x="170" y="1"/>
                    <a:pt x="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6"/>
            <p:cNvSpPr/>
            <p:nvPr/>
          </p:nvSpPr>
          <p:spPr>
            <a:xfrm>
              <a:off x="1778304" y="2660884"/>
              <a:ext cx="29085" cy="26884"/>
            </a:xfrm>
            <a:custGeom>
              <a:avLst/>
              <a:gdLst/>
              <a:ahLst/>
              <a:cxnLst/>
              <a:rect l="l" t="t" r="r" b="b"/>
              <a:pathLst>
                <a:path w="251" h="232" extrusionOk="0">
                  <a:moveTo>
                    <a:pt x="126" y="0"/>
                  </a:moveTo>
                  <a:cubicBezTo>
                    <a:pt x="116" y="0"/>
                    <a:pt x="106" y="1"/>
                    <a:pt x="96" y="3"/>
                  </a:cubicBezTo>
                  <a:cubicBezTo>
                    <a:pt x="36" y="15"/>
                    <a:pt x="0" y="87"/>
                    <a:pt x="12" y="146"/>
                  </a:cubicBezTo>
                  <a:cubicBezTo>
                    <a:pt x="33" y="198"/>
                    <a:pt x="90" y="232"/>
                    <a:pt x="144" y="232"/>
                  </a:cubicBezTo>
                  <a:cubicBezTo>
                    <a:pt x="152" y="232"/>
                    <a:pt x="159" y="231"/>
                    <a:pt x="167" y="230"/>
                  </a:cubicBezTo>
                  <a:cubicBezTo>
                    <a:pt x="227" y="206"/>
                    <a:pt x="251" y="134"/>
                    <a:pt x="239" y="75"/>
                  </a:cubicBezTo>
                  <a:cubicBezTo>
                    <a:pt x="229" y="25"/>
                    <a:pt x="177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6"/>
            <p:cNvSpPr/>
            <p:nvPr/>
          </p:nvSpPr>
          <p:spPr>
            <a:xfrm>
              <a:off x="1787922" y="2811639"/>
              <a:ext cx="48437" cy="43106"/>
            </a:xfrm>
            <a:custGeom>
              <a:avLst/>
              <a:gdLst/>
              <a:ahLst/>
              <a:cxnLst/>
              <a:rect l="l" t="t" r="r" b="b"/>
              <a:pathLst>
                <a:path w="418" h="372" extrusionOk="0">
                  <a:moveTo>
                    <a:pt x="206" y="0"/>
                  </a:moveTo>
                  <a:cubicBezTo>
                    <a:pt x="186" y="0"/>
                    <a:pt x="165" y="4"/>
                    <a:pt x="144" y="12"/>
                  </a:cubicBezTo>
                  <a:cubicBezTo>
                    <a:pt x="37" y="48"/>
                    <a:pt x="1" y="155"/>
                    <a:pt x="25" y="250"/>
                  </a:cubicBezTo>
                  <a:cubicBezTo>
                    <a:pt x="57" y="325"/>
                    <a:pt x="137" y="371"/>
                    <a:pt x="230" y="371"/>
                  </a:cubicBezTo>
                  <a:cubicBezTo>
                    <a:pt x="241" y="371"/>
                    <a:pt x="252" y="371"/>
                    <a:pt x="263" y="369"/>
                  </a:cubicBezTo>
                  <a:cubicBezTo>
                    <a:pt x="370" y="322"/>
                    <a:pt x="418" y="215"/>
                    <a:pt x="382" y="131"/>
                  </a:cubicBezTo>
                  <a:cubicBezTo>
                    <a:pt x="345" y="48"/>
                    <a:pt x="279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6"/>
            <p:cNvSpPr/>
            <p:nvPr/>
          </p:nvSpPr>
          <p:spPr>
            <a:xfrm>
              <a:off x="1223720" y="2776297"/>
              <a:ext cx="23523" cy="21901"/>
            </a:xfrm>
            <a:custGeom>
              <a:avLst/>
              <a:gdLst/>
              <a:ahLst/>
              <a:cxnLst/>
              <a:rect l="l" t="t" r="r" b="b"/>
              <a:pathLst>
                <a:path w="203" h="189" extrusionOk="0">
                  <a:moveTo>
                    <a:pt x="104" y="0"/>
                  </a:moveTo>
                  <a:cubicBezTo>
                    <a:pt x="93" y="0"/>
                    <a:pt x="82" y="2"/>
                    <a:pt x="72" y="8"/>
                  </a:cubicBezTo>
                  <a:cubicBezTo>
                    <a:pt x="24" y="19"/>
                    <a:pt x="0" y="79"/>
                    <a:pt x="12" y="127"/>
                  </a:cubicBezTo>
                  <a:cubicBezTo>
                    <a:pt x="22" y="158"/>
                    <a:pt x="68" y="189"/>
                    <a:pt x="111" y="189"/>
                  </a:cubicBezTo>
                  <a:cubicBezTo>
                    <a:pt x="118" y="189"/>
                    <a:pt x="125" y="188"/>
                    <a:pt x="131" y="186"/>
                  </a:cubicBezTo>
                  <a:cubicBezTo>
                    <a:pt x="179" y="162"/>
                    <a:pt x="203" y="103"/>
                    <a:pt x="191" y="67"/>
                  </a:cubicBezTo>
                  <a:cubicBezTo>
                    <a:pt x="181" y="30"/>
                    <a:pt x="143" y="0"/>
                    <a:pt x="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6"/>
            <p:cNvSpPr/>
            <p:nvPr/>
          </p:nvSpPr>
          <p:spPr>
            <a:xfrm>
              <a:off x="1183627" y="2907006"/>
              <a:ext cx="15296" cy="13442"/>
            </a:xfrm>
            <a:custGeom>
              <a:avLst/>
              <a:gdLst/>
              <a:ahLst/>
              <a:cxnLst/>
              <a:rect l="l" t="t" r="r" b="b"/>
              <a:pathLst>
                <a:path w="132" h="116" extrusionOk="0">
                  <a:moveTo>
                    <a:pt x="72" y="1"/>
                  </a:moveTo>
                  <a:cubicBezTo>
                    <a:pt x="63" y="1"/>
                    <a:pt x="55" y="4"/>
                    <a:pt x="49" y="11"/>
                  </a:cubicBezTo>
                  <a:cubicBezTo>
                    <a:pt x="13" y="23"/>
                    <a:pt x="1" y="46"/>
                    <a:pt x="13" y="82"/>
                  </a:cubicBezTo>
                  <a:cubicBezTo>
                    <a:pt x="30" y="99"/>
                    <a:pt x="46" y="116"/>
                    <a:pt x="68" y="116"/>
                  </a:cubicBezTo>
                  <a:cubicBezTo>
                    <a:pt x="76" y="116"/>
                    <a:pt x="86" y="113"/>
                    <a:pt x="96" y="106"/>
                  </a:cubicBezTo>
                  <a:cubicBezTo>
                    <a:pt x="120" y="94"/>
                    <a:pt x="132" y="58"/>
                    <a:pt x="120" y="34"/>
                  </a:cubicBezTo>
                  <a:cubicBezTo>
                    <a:pt x="112" y="18"/>
                    <a:pt x="91" y="1"/>
                    <a:pt x="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6"/>
            <p:cNvSpPr/>
            <p:nvPr/>
          </p:nvSpPr>
          <p:spPr>
            <a:xfrm>
              <a:off x="1307846" y="2993218"/>
              <a:ext cx="12515" cy="11704"/>
            </a:xfrm>
            <a:custGeom>
              <a:avLst/>
              <a:gdLst/>
              <a:ahLst/>
              <a:cxnLst/>
              <a:rect l="l" t="t" r="r" b="b"/>
              <a:pathLst>
                <a:path w="108" h="101" extrusionOk="0">
                  <a:moveTo>
                    <a:pt x="67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5"/>
                    <a:pt x="0" y="41"/>
                    <a:pt x="12" y="64"/>
                  </a:cubicBezTo>
                  <a:cubicBezTo>
                    <a:pt x="36" y="76"/>
                    <a:pt x="60" y="100"/>
                    <a:pt x="72" y="100"/>
                  </a:cubicBezTo>
                  <a:cubicBezTo>
                    <a:pt x="108" y="100"/>
                    <a:pt x="108" y="64"/>
                    <a:pt x="108" y="41"/>
                  </a:cubicBezTo>
                  <a:cubicBezTo>
                    <a:pt x="108" y="14"/>
                    <a:pt x="88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6"/>
            <p:cNvSpPr/>
            <p:nvPr/>
          </p:nvSpPr>
          <p:spPr>
            <a:xfrm>
              <a:off x="1874829" y="3165294"/>
              <a:ext cx="34647" cy="30244"/>
            </a:xfrm>
            <a:custGeom>
              <a:avLst/>
              <a:gdLst/>
              <a:ahLst/>
              <a:cxnLst/>
              <a:rect l="l" t="t" r="r" b="b"/>
              <a:pathLst>
                <a:path w="299" h="261" extrusionOk="0">
                  <a:moveTo>
                    <a:pt x="155" y="1"/>
                  </a:moveTo>
                  <a:cubicBezTo>
                    <a:pt x="139" y="1"/>
                    <a:pt x="123" y="3"/>
                    <a:pt x="108" y="8"/>
                  </a:cubicBezTo>
                  <a:cubicBezTo>
                    <a:pt x="49" y="20"/>
                    <a:pt x="1" y="103"/>
                    <a:pt x="37" y="175"/>
                  </a:cubicBezTo>
                  <a:cubicBezTo>
                    <a:pt x="54" y="227"/>
                    <a:pt x="103" y="260"/>
                    <a:pt x="152" y="260"/>
                  </a:cubicBezTo>
                  <a:cubicBezTo>
                    <a:pt x="170" y="260"/>
                    <a:pt x="187" y="256"/>
                    <a:pt x="203" y="246"/>
                  </a:cubicBezTo>
                  <a:cubicBezTo>
                    <a:pt x="263" y="234"/>
                    <a:pt x="299" y="163"/>
                    <a:pt x="275" y="80"/>
                  </a:cubicBezTo>
                  <a:cubicBezTo>
                    <a:pt x="265" y="33"/>
                    <a:pt x="212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6"/>
            <p:cNvSpPr/>
            <p:nvPr/>
          </p:nvSpPr>
          <p:spPr>
            <a:xfrm>
              <a:off x="2072166" y="2942695"/>
              <a:ext cx="48437" cy="43454"/>
            </a:xfrm>
            <a:custGeom>
              <a:avLst/>
              <a:gdLst/>
              <a:ahLst/>
              <a:cxnLst/>
              <a:rect l="l" t="t" r="r" b="b"/>
              <a:pathLst>
                <a:path w="418" h="375" extrusionOk="0">
                  <a:moveTo>
                    <a:pt x="214" y="1"/>
                  </a:moveTo>
                  <a:cubicBezTo>
                    <a:pt x="191" y="1"/>
                    <a:pt x="167" y="4"/>
                    <a:pt x="143" y="12"/>
                  </a:cubicBezTo>
                  <a:cubicBezTo>
                    <a:pt x="48" y="36"/>
                    <a:pt x="1" y="143"/>
                    <a:pt x="24" y="250"/>
                  </a:cubicBezTo>
                  <a:cubicBezTo>
                    <a:pt x="65" y="321"/>
                    <a:pt x="148" y="375"/>
                    <a:pt x="223" y="375"/>
                  </a:cubicBezTo>
                  <a:cubicBezTo>
                    <a:pt x="237" y="375"/>
                    <a:pt x="250" y="373"/>
                    <a:pt x="262" y="369"/>
                  </a:cubicBezTo>
                  <a:cubicBezTo>
                    <a:pt x="370" y="334"/>
                    <a:pt x="417" y="238"/>
                    <a:pt x="382" y="131"/>
                  </a:cubicBezTo>
                  <a:cubicBezTo>
                    <a:pt x="363" y="48"/>
                    <a:pt x="294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6"/>
            <p:cNvSpPr/>
            <p:nvPr/>
          </p:nvSpPr>
          <p:spPr>
            <a:xfrm>
              <a:off x="2033580" y="3100519"/>
              <a:ext cx="30476" cy="26652"/>
            </a:xfrm>
            <a:custGeom>
              <a:avLst/>
              <a:gdLst/>
              <a:ahLst/>
              <a:cxnLst/>
              <a:rect l="l" t="t" r="r" b="b"/>
              <a:pathLst>
                <a:path w="263" h="230" extrusionOk="0">
                  <a:moveTo>
                    <a:pt x="133" y="0"/>
                  </a:moveTo>
                  <a:cubicBezTo>
                    <a:pt x="121" y="0"/>
                    <a:pt x="108" y="2"/>
                    <a:pt x="95" y="8"/>
                  </a:cubicBezTo>
                  <a:cubicBezTo>
                    <a:pt x="36" y="31"/>
                    <a:pt x="0" y="91"/>
                    <a:pt x="24" y="150"/>
                  </a:cubicBezTo>
                  <a:cubicBezTo>
                    <a:pt x="43" y="197"/>
                    <a:pt x="83" y="229"/>
                    <a:pt x="129" y="229"/>
                  </a:cubicBezTo>
                  <a:cubicBezTo>
                    <a:pt x="141" y="229"/>
                    <a:pt x="154" y="227"/>
                    <a:pt x="167" y="222"/>
                  </a:cubicBezTo>
                  <a:cubicBezTo>
                    <a:pt x="226" y="198"/>
                    <a:pt x="262" y="139"/>
                    <a:pt x="238" y="79"/>
                  </a:cubicBezTo>
                  <a:cubicBezTo>
                    <a:pt x="220" y="32"/>
                    <a:pt x="179" y="0"/>
                    <a:pt x="1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6"/>
            <p:cNvSpPr/>
            <p:nvPr/>
          </p:nvSpPr>
          <p:spPr>
            <a:xfrm>
              <a:off x="1856984" y="2986033"/>
              <a:ext cx="35922" cy="30708"/>
            </a:xfrm>
            <a:custGeom>
              <a:avLst/>
              <a:gdLst/>
              <a:ahLst/>
              <a:cxnLst/>
              <a:rect l="l" t="t" r="r" b="b"/>
              <a:pathLst>
                <a:path w="310" h="265" extrusionOk="0">
                  <a:moveTo>
                    <a:pt x="162" y="0"/>
                  </a:moveTo>
                  <a:cubicBezTo>
                    <a:pt x="148" y="0"/>
                    <a:pt x="134" y="2"/>
                    <a:pt x="119" y="7"/>
                  </a:cubicBezTo>
                  <a:cubicBezTo>
                    <a:pt x="36" y="19"/>
                    <a:pt x="0" y="103"/>
                    <a:pt x="24" y="174"/>
                  </a:cubicBezTo>
                  <a:cubicBezTo>
                    <a:pt x="52" y="231"/>
                    <a:pt x="103" y="265"/>
                    <a:pt x="152" y="265"/>
                  </a:cubicBezTo>
                  <a:cubicBezTo>
                    <a:pt x="165" y="265"/>
                    <a:pt x="178" y="262"/>
                    <a:pt x="191" y="257"/>
                  </a:cubicBezTo>
                  <a:cubicBezTo>
                    <a:pt x="262" y="245"/>
                    <a:pt x="310" y="174"/>
                    <a:pt x="274" y="103"/>
                  </a:cubicBezTo>
                  <a:cubicBezTo>
                    <a:pt x="264" y="36"/>
                    <a:pt x="217" y="0"/>
                    <a:pt x="1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6"/>
            <p:cNvSpPr/>
            <p:nvPr/>
          </p:nvSpPr>
          <p:spPr>
            <a:xfrm>
              <a:off x="747700" y="2904920"/>
              <a:ext cx="13905" cy="12167"/>
            </a:xfrm>
            <a:custGeom>
              <a:avLst/>
              <a:gdLst/>
              <a:ahLst/>
              <a:cxnLst/>
              <a:rect l="l" t="t" r="r" b="b"/>
              <a:pathLst>
                <a:path w="120" h="105" extrusionOk="0">
                  <a:moveTo>
                    <a:pt x="67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5"/>
                    <a:pt x="1" y="41"/>
                    <a:pt x="12" y="64"/>
                  </a:cubicBezTo>
                  <a:cubicBezTo>
                    <a:pt x="12" y="91"/>
                    <a:pt x="32" y="105"/>
                    <a:pt x="53" y="105"/>
                  </a:cubicBezTo>
                  <a:cubicBezTo>
                    <a:pt x="59" y="105"/>
                    <a:pt x="66" y="103"/>
                    <a:pt x="72" y="100"/>
                  </a:cubicBezTo>
                  <a:cubicBezTo>
                    <a:pt x="108" y="100"/>
                    <a:pt x="120" y="64"/>
                    <a:pt x="108" y="41"/>
                  </a:cubicBezTo>
                  <a:cubicBezTo>
                    <a:pt x="108" y="14"/>
                    <a:pt x="88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6"/>
            <p:cNvSpPr/>
            <p:nvPr/>
          </p:nvSpPr>
          <p:spPr>
            <a:xfrm>
              <a:off x="893936" y="2967029"/>
              <a:ext cx="15296" cy="13558"/>
            </a:xfrm>
            <a:custGeom>
              <a:avLst/>
              <a:gdLst/>
              <a:ahLst/>
              <a:cxnLst/>
              <a:rect l="l" t="t" r="r" b="b"/>
              <a:pathLst>
                <a:path w="132" h="117" extrusionOk="0">
                  <a:moveTo>
                    <a:pt x="68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28"/>
                    <a:pt x="1" y="52"/>
                    <a:pt x="12" y="88"/>
                  </a:cubicBezTo>
                  <a:cubicBezTo>
                    <a:pt x="30" y="105"/>
                    <a:pt x="47" y="116"/>
                    <a:pt x="69" y="116"/>
                  </a:cubicBezTo>
                  <a:cubicBezTo>
                    <a:pt x="78" y="116"/>
                    <a:pt x="86" y="115"/>
                    <a:pt x="96" y="112"/>
                  </a:cubicBezTo>
                  <a:cubicBezTo>
                    <a:pt x="120" y="100"/>
                    <a:pt x="132" y="64"/>
                    <a:pt x="120" y="40"/>
                  </a:cubicBezTo>
                  <a:cubicBezTo>
                    <a:pt x="111" y="14"/>
                    <a:pt x="88" y="0"/>
                    <a:pt x="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6"/>
            <p:cNvSpPr/>
            <p:nvPr/>
          </p:nvSpPr>
          <p:spPr>
            <a:xfrm>
              <a:off x="1258135" y="3213614"/>
              <a:ext cx="37428" cy="32909"/>
            </a:xfrm>
            <a:custGeom>
              <a:avLst/>
              <a:gdLst/>
              <a:ahLst/>
              <a:cxnLst/>
              <a:rect l="l" t="t" r="r" b="b"/>
              <a:pathLst>
                <a:path w="323" h="284" extrusionOk="0">
                  <a:moveTo>
                    <a:pt x="163" y="1"/>
                  </a:moveTo>
                  <a:cubicBezTo>
                    <a:pt x="149" y="1"/>
                    <a:pt x="134" y="3"/>
                    <a:pt x="120" y="8"/>
                  </a:cubicBezTo>
                  <a:cubicBezTo>
                    <a:pt x="37" y="44"/>
                    <a:pt x="1" y="115"/>
                    <a:pt x="25" y="186"/>
                  </a:cubicBezTo>
                  <a:cubicBezTo>
                    <a:pt x="56" y="249"/>
                    <a:pt x="114" y="284"/>
                    <a:pt x="176" y="284"/>
                  </a:cubicBezTo>
                  <a:cubicBezTo>
                    <a:pt x="185" y="284"/>
                    <a:pt x="194" y="283"/>
                    <a:pt x="203" y="282"/>
                  </a:cubicBezTo>
                  <a:cubicBezTo>
                    <a:pt x="287" y="246"/>
                    <a:pt x="322" y="175"/>
                    <a:pt x="298" y="103"/>
                  </a:cubicBezTo>
                  <a:cubicBezTo>
                    <a:pt x="270" y="37"/>
                    <a:pt x="219" y="1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6"/>
            <p:cNvSpPr/>
            <p:nvPr/>
          </p:nvSpPr>
          <p:spPr>
            <a:xfrm>
              <a:off x="1070048" y="1105791"/>
              <a:ext cx="10916" cy="6717"/>
            </a:xfrm>
            <a:custGeom>
              <a:avLst/>
              <a:gdLst/>
              <a:ahLst/>
              <a:cxnLst/>
              <a:rect l="l" t="t" r="r" b="b"/>
              <a:pathLst>
                <a:path w="273" h="168" extrusionOk="0">
                  <a:moveTo>
                    <a:pt x="213" y="0"/>
                  </a:moveTo>
                  <a:cubicBezTo>
                    <a:pt x="203" y="0"/>
                    <a:pt x="194" y="3"/>
                    <a:pt x="185" y="8"/>
                  </a:cubicBezTo>
                  <a:cubicBezTo>
                    <a:pt x="166" y="20"/>
                    <a:pt x="177" y="46"/>
                    <a:pt x="194" y="46"/>
                  </a:cubicBezTo>
                  <a:cubicBezTo>
                    <a:pt x="197" y="46"/>
                    <a:pt x="201" y="45"/>
                    <a:pt x="205" y="43"/>
                  </a:cubicBezTo>
                  <a:lnTo>
                    <a:pt x="205" y="43"/>
                  </a:lnTo>
                  <a:cubicBezTo>
                    <a:pt x="168" y="65"/>
                    <a:pt x="175" y="78"/>
                    <a:pt x="133" y="87"/>
                  </a:cubicBezTo>
                  <a:cubicBezTo>
                    <a:pt x="129" y="88"/>
                    <a:pt x="125" y="88"/>
                    <a:pt x="122" y="88"/>
                  </a:cubicBezTo>
                  <a:cubicBezTo>
                    <a:pt x="110" y="88"/>
                    <a:pt x="98" y="85"/>
                    <a:pt x="86" y="85"/>
                  </a:cubicBezTo>
                  <a:cubicBezTo>
                    <a:pt x="81" y="85"/>
                    <a:pt x="76" y="85"/>
                    <a:pt x="70" y="87"/>
                  </a:cubicBezTo>
                  <a:cubicBezTo>
                    <a:pt x="47" y="93"/>
                    <a:pt x="27" y="104"/>
                    <a:pt x="13" y="121"/>
                  </a:cubicBezTo>
                  <a:cubicBezTo>
                    <a:pt x="1" y="135"/>
                    <a:pt x="13" y="152"/>
                    <a:pt x="27" y="152"/>
                  </a:cubicBezTo>
                  <a:cubicBezTo>
                    <a:pt x="31" y="152"/>
                    <a:pt x="35" y="151"/>
                    <a:pt x="39" y="147"/>
                  </a:cubicBezTo>
                  <a:cubicBezTo>
                    <a:pt x="88" y="100"/>
                    <a:pt x="261" y="167"/>
                    <a:pt x="270" y="62"/>
                  </a:cubicBezTo>
                  <a:cubicBezTo>
                    <a:pt x="273" y="27"/>
                    <a:pt x="244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6"/>
            <p:cNvSpPr/>
            <p:nvPr/>
          </p:nvSpPr>
          <p:spPr>
            <a:xfrm>
              <a:off x="1836429" y="3587752"/>
              <a:ext cx="8077" cy="12115"/>
            </a:xfrm>
            <a:custGeom>
              <a:avLst/>
              <a:gdLst/>
              <a:ahLst/>
              <a:cxnLst/>
              <a:rect l="l" t="t" r="r" b="b"/>
              <a:pathLst>
                <a:path w="202" h="303" extrusionOk="0"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62" y="94"/>
                    <a:pt x="121" y="188"/>
                    <a:pt x="181" y="282"/>
                  </a:cubicBezTo>
                  <a:cubicBezTo>
                    <a:pt x="187" y="289"/>
                    <a:pt x="194" y="296"/>
                    <a:pt x="201" y="303"/>
                  </a:cubicBezTo>
                  <a:cubicBezTo>
                    <a:pt x="67" y="81"/>
                    <a:pt x="10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6"/>
            <p:cNvSpPr/>
            <p:nvPr/>
          </p:nvSpPr>
          <p:spPr>
            <a:xfrm>
              <a:off x="3489951" y="2822527"/>
              <a:ext cx="5398" cy="15714"/>
            </a:xfrm>
            <a:custGeom>
              <a:avLst/>
              <a:gdLst/>
              <a:ahLst/>
              <a:cxnLst/>
              <a:rect l="l" t="t" r="r" b="b"/>
              <a:pathLst>
                <a:path w="135" h="393" extrusionOk="0">
                  <a:moveTo>
                    <a:pt x="3" y="1"/>
                  </a:moveTo>
                  <a:cubicBezTo>
                    <a:pt x="1" y="1"/>
                    <a:pt x="3" y="17"/>
                    <a:pt x="10" y="43"/>
                  </a:cubicBezTo>
                  <a:cubicBezTo>
                    <a:pt x="53" y="157"/>
                    <a:pt x="95" y="270"/>
                    <a:pt x="132" y="386"/>
                  </a:cubicBezTo>
                  <a:cubicBezTo>
                    <a:pt x="132" y="388"/>
                    <a:pt x="133" y="389"/>
                    <a:pt x="135" y="392"/>
                  </a:cubicBezTo>
                  <a:cubicBezTo>
                    <a:pt x="45" y="100"/>
                    <a:pt x="8" y="1"/>
                    <a:pt x="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2" name="Google Shape;2022;p46"/>
          <p:cNvGrpSpPr/>
          <p:nvPr/>
        </p:nvGrpSpPr>
        <p:grpSpPr>
          <a:xfrm rot="-9549054">
            <a:off x="5809755" y="2288287"/>
            <a:ext cx="2747587" cy="2494020"/>
            <a:chOff x="747700" y="1105791"/>
            <a:chExt cx="2747649" cy="2494076"/>
          </a:xfrm>
        </p:grpSpPr>
        <p:sp>
          <p:nvSpPr>
            <p:cNvPr id="2023" name="Google Shape;2023;p46"/>
            <p:cNvSpPr/>
            <p:nvPr/>
          </p:nvSpPr>
          <p:spPr>
            <a:xfrm>
              <a:off x="1853769" y="1486664"/>
              <a:ext cx="15296" cy="13674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69" y="1"/>
                  </a:moveTo>
                  <a:cubicBezTo>
                    <a:pt x="61" y="1"/>
                    <a:pt x="54" y="2"/>
                    <a:pt x="48" y="6"/>
                  </a:cubicBezTo>
                  <a:cubicBezTo>
                    <a:pt x="24" y="17"/>
                    <a:pt x="0" y="53"/>
                    <a:pt x="24" y="77"/>
                  </a:cubicBezTo>
                  <a:cubicBezTo>
                    <a:pt x="24" y="104"/>
                    <a:pt x="37" y="117"/>
                    <a:pt x="64" y="117"/>
                  </a:cubicBezTo>
                  <a:cubicBezTo>
                    <a:pt x="73" y="117"/>
                    <a:pt x="84" y="116"/>
                    <a:pt x="96" y="113"/>
                  </a:cubicBezTo>
                  <a:cubicBezTo>
                    <a:pt x="119" y="89"/>
                    <a:pt x="131" y="65"/>
                    <a:pt x="119" y="29"/>
                  </a:cubicBezTo>
                  <a:cubicBezTo>
                    <a:pt x="111" y="12"/>
                    <a:pt x="89" y="1"/>
                    <a:pt x="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6"/>
            <p:cNvSpPr/>
            <p:nvPr/>
          </p:nvSpPr>
          <p:spPr>
            <a:xfrm>
              <a:off x="2005451" y="1551555"/>
              <a:ext cx="18077" cy="14485"/>
            </a:xfrm>
            <a:custGeom>
              <a:avLst/>
              <a:gdLst/>
              <a:ahLst/>
              <a:cxnLst/>
              <a:rect l="l" t="t" r="r" b="b"/>
              <a:pathLst>
                <a:path w="156" h="125" extrusionOk="0">
                  <a:moveTo>
                    <a:pt x="84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25" y="17"/>
                    <a:pt x="1" y="53"/>
                    <a:pt x="25" y="88"/>
                  </a:cubicBezTo>
                  <a:cubicBezTo>
                    <a:pt x="37" y="112"/>
                    <a:pt x="60" y="124"/>
                    <a:pt x="96" y="124"/>
                  </a:cubicBezTo>
                  <a:cubicBezTo>
                    <a:pt x="144" y="112"/>
                    <a:pt x="156" y="88"/>
                    <a:pt x="144" y="53"/>
                  </a:cubicBezTo>
                  <a:cubicBezTo>
                    <a:pt x="126" y="16"/>
                    <a:pt x="107" y="1"/>
                    <a:pt x="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6"/>
            <p:cNvSpPr/>
            <p:nvPr/>
          </p:nvSpPr>
          <p:spPr>
            <a:xfrm>
              <a:off x="2956534" y="2220554"/>
              <a:ext cx="34647" cy="31287"/>
            </a:xfrm>
            <a:custGeom>
              <a:avLst/>
              <a:gdLst/>
              <a:ahLst/>
              <a:cxnLst/>
              <a:rect l="l" t="t" r="r" b="b"/>
              <a:pathLst>
                <a:path w="299" h="270" extrusionOk="0">
                  <a:moveTo>
                    <a:pt x="156" y="1"/>
                  </a:moveTo>
                  <a:cubicBezTo>
                    <a:pt x="135" y="1"/>
                    <a:pt x="114" y="6"/>
                    <a:pt x="96" y="17"/>
                  </a:cubicBezTo>
                  <a:cubicBezTo>
                    <a:pt x="36" y="53"/>
                    <a:pt x="0" y="124"/>
                    <a:pt x="36" y="196"/>
                  </a:cubicBezTo>
                  <a:cubicBezTo>
                    <a:pt x="53" y="239"/>
                    <a:pt x="96" y="270"/>
                    <a:pt x="149" y="270"/>
                  </a:cubicBezTo>
                  <a:cubicBezTo>
                    <a:pt x="170" y="270"/>
                    <a:pt x="192" y="265"/>
                    <a:pt x="215" y="255"/>
                  </a:cubicBezTo>
                  <a:cubicBezTo>
                    <a:pt x="274" y="232"/>
                    <a:pt x="298" y="160"/>
                    <a:pt x="274" y="77"/>
                  </a:cubicBezTo>
                  <a:cubicBezTo>
                    <a:pt x="250" y="27"/>
                    <a:pt x="20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6"/>
            <p:cNvSpPr/>
            <p:nvPr/>
          </p:nvSpPr>
          <p:spPr>
            <a:xfrm>
              <a:off x="3086200" y="2567951"/>
              <a:ext cx="55274" cy="48669"/>
            </a:xfrm>
            <a:custGeom>
              <a:avLst/>
              <a:gdLst/>
              <a:ahLst/>
              <a:cxnLst/>
              <a:rect l="l" t="t" r="r" b="b"/>
              <a:pathLst>
                <a:path w="477" h="420" extrusionOk="0">
                  <a:moveTo>
                    <a:pt x="238" y="1"/>
                  </a:moveTo>
                  <a:cubicBezTo>
                    <a:pt x="207" y="1"/>
                    <a:pt x="175" y="7"/>
                    <a:pt x="143" y="20"/>
                  </a:cubicBezTo>
                  <a:cubicBezTo>
                    <a:pt x="48" y="79"/>
                    <a:pt x="1" y="198"/>
                    <a:pt x="48" y="293"/>
                  </a:cubicBezTo>
                  <a:cubicBezTo>
                    <a:pt x="92" y="372"/>
                    <a:pt x="168" y="419"/>
                    <a:pt x="243" y="419"/>
                  </a:cubicBezTo>
                  <a:cubicBezTo>
                    <a:pt x="270" y="419"/>
                    <a:pt x="297" y="413"/>
                    <a:pt x="322" y="401"/>
                  </a:cubicBezTo>
                  <a:cubicBezTo>
                    <a:pt x="429" y="341"/>
                    <a:pt x="477" y="222"/>
                    <a:pt x="429" y="115"/>
                  </a:cubicBezTo>
                  <a:cubicBezTo>
                    <a:pt x="394" y="45"/>
                    <a:pt x="321" y="1"/>
                    <a:pt x="2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6"/>
            <p:cNvSpPr/>
            <p:nvPr/>
          </p:nvSpPr>
          <p:spPr>
            <a:xfrm>
              <a:off x="1906579" y="2283012"/>
              <a:ext cx="84359" cy="74973"/>
            </a:xfrm>
            <a:custGeom>
              <a:avLst/>
              <a:gdLst/>
              <a:ahLst/>
              <a:cxnLst/>
              <a:rect l="l" t="t" r="r" b="b"/>
              <a:pathLst>
                <a:path w="728" h="647" extrusionOk="0">
                  <a:moveTo>
                    <a:pt x="376" y="0"/>
                  </a:moveTo>
                  <a:cubicBezTo>
                    <a:pt x="325" y="0"/>
                    <a:pt x="274" y="13"/>
                    <a:pt x="227" y="38"/>
                  </a:cubicBezTo>
                  <a:cubicBezTo>
                    <a:pt x="60" y="109"/>
                    <a:pt x="1" y="300"/>
                    <a:pt x="72" y="467"/>
                  </a:cubicBezTo>
                  <a:cubicBezTo>
                    <a:pt x="122" y="583"/>
                    <a:pt x="235" y="647"/>
                    <a:pt x="352" y="647"/>
                  </a:cubicBezTo>
                  <a:cubicBezTo>
                    <a:pt x="403" y="647"/>
                    <a:pt x="454" y="635"/>
                    <a:pt x="501" y="609"/>
                  </a:cubicBezTo>
                  <a:cubicBezTo>
                    <a:pt x="668" y="538"/>
                    <a:pt x="727" y="347"/>
                    <a:pt x="656" y="181"/>
                  </a:cubicBezTo>
                  <a:cubicBezTo>
                    <a:pt x="606" y="65"/>
                    <a:pt x="492" y="0"/>
                    <a:pt x="3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6"/>
            <p:cNvSpPr/>
            <p:nvPr/>
          </p:nvSpPr>
          <p:spPr>
            <a:xfrm>
              <a:off x="2415740" y="2941073"/>
              <a:ext cx="62110" cy="54115"/>
            </a:xfrm>
            <a:custGeom>
              <a:avLst/>
              <a:gdLst/>
              <a:ahLst/>
              <a:cxnLst/>
              <a:rect l="l" t="t" r="r" b="b"/>
              <a:pathLst>
                <a:path w="536" h="467" extrusionOk="0">
                  <a:moveTo>
                    <a:pt x="263" y="1"/>
                  </a:moveTo>
                  <a:cubicBezTo>
                    <a:pt x="226" y="1"/>
                    <a:pt x="190" y="9"/>
                    <a:pt x="155" y="26"/>
                  </a:cubicBezTo>
                  <a:cubicBezTo>
                    <a:pt x="60" y="86"/>
                    <a:pt x="0" y="217"/>
                    <a:pt x="60" y="336"/>
                  </a:cubicBezTo>
                  <a:cubicBezTo>
                    <a:pt x="103" y="414"/>
                    <a:pt x="184" y="467"/>
                    <a:pt x="271" y="467"/>
                  </a:cubicBezTo>
                  <a:cubicBezTo>
                    <a:pt x="304" y="467"/>
                    <a:pt x="337" y="459"/>
                    <a:pt x="369" y="443"/>
                  </a:cubicBezTo>
                  <a:cubicBezTo>
                    <a:pt x="476" y="383"/>
                    <a:pt x="536" y="252"/>
                    <a:pt x="476" y="133"/>
                  </a:cubicBezTo>
                  <a:cubicBezTo>
                    <a:pt x="434" y="49"/>
                    <a:pt x="350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6"/>
            <p:cNvSpPr/>
            <p:nvPr/>
          </p:nvSpPr>
          <p:spPr>
            <a:xfrm>
              <a:off x="2625360" y="2598659"/>
              <a:ext cx="31866" cy="25725"/>
            </a:xfrm>
            <a:custGeom>
              <a:avLst/>
              <a:gdLst/>
              <a:ahLst/>
              <a:cxnLst/>
              <a:rect l="l" t="t" r="r" b="b"/>
              <a:pathLst>
                <a:path w="275" h="222" extrusionOk="0">
                  <a:moveTo>
                    <a:pt x="126" y="1"/>
                  </a:moveTo>
                  <a:cubicBezTo>
                    <a:pt x="115" y="1"/>
                    <a:pt x="104" y="2"/>
                    <a:pt x="96" y="5"/>
                  </a:cubicBezTo>
                  <a:cubicBezTo>
                    <a:pt x="37" y="28"/>
                    <a:pt x="1" y="88"/>
                    <a:pt x="37" y="148"/>
                  </a:cubicBezTo>
                  <a:cubicBezTo>
                    <a:pt x="54" y="191"/>
                    <a:pt x="90" y="221"/>
                    <a:pt x="131" y="221"/>
                  </a:cubicBezTo>
                  <a:cubicBezTo>
                    <a:pt x="147" y="221"/>
                    <a:pt x="163" y="217"/>
                    <a:pt x="180" y="207"/>
                  </a:cubicBezTo>
                  <a:cubicBezTo>
                    <a:pt x="239" y="183"/>
                    <a:pt x="275" y="124"/>
                    <a:pt x="239" y="64"/>
                  </a:cubicBezTo>
                  <a:cubicBezTo>
                    <a:pt x="221" y="18"/>
                    <a:pt x="166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6"/>
            <p:cNvSpPr/>
            <p:nvPr/>
          </p:nvSpPr>
          <p:spPr>
            <a:xfrm>
              <a:off x="2746798" y="2622297"/>
              <a:ext cx="30476" cy="26304"/>
            </a:xfrm>
            <a:custGeom>
              <a:avLst/>
              <a:gdLst/>
              <a:ahLst/>
              <a:cxnLst/>
              <a:rect l="l" t="t" r="r" b="b"/>
              <a:pathLst>
                <a:path w="263" h="227" extrusionOk="0">
                  <a:moveTo>
                    <a:pt x="108" y="1"/>
                  </a:moveTo>
                  <a:cubicBezTo>
                    <a:pt x="100" y="1"/>
                    <a:pt x="92" y="1"/>
                    <a:pt x="84" y="3"/>
                  </a:cubicBezTo>
                  <a:cubicBezTo>
                    <a:pt x="24" y="27"/>
                    <a:pt x="1" y="98"/>
                    <a:pt x="24" y="158"/>
                  </a:cubicBezTo>
                  <a:cubicBezTo>
                    <a:pt x="33" y="202"/>
                    <a:pt x="81" y="227"/>
                    <a:pt x="130" y="227"/>
                  </a:cubicBezTo>
                  <a:cubicBezTo>
                    <a:pt x="147" y="227"/>
                    <a:pt x="164" y="224"/>
                    <a:pt x="179" y="217"/>
                  </a:cubicBezTo>
                  <a:cubicBezTo>
                    <a:pt x="239" y="205"/>
                    <a:pt x="263" y="122"/>
                    <a:pt x="239" y="63"/>
                  </a:cubicBezTo>
                  <a:cubicBezTo>
                    <a:pt x="208" y="32"/>
                    <a:pt x="159" y="1"/>
                    <a:pt x="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6"/>
            <p:cNvSpPr/>
            <p:nvPr/>
          </p:nvSpPr>
          <p:spPr>
            <a:xfrm>
              <a:off x="2299863" y="2547325"/>
              <a:ext cx="48321" cy="41716"/>
            </a:xfrm>
            <a:custGeom>
              <a:avLst/>
              <a:gdLst/>
              <a:ahLst/>
              <a:cxnLst/>
              <a:rect l="l" t="t" r="r" b="b"/>
              <a:pathLst>
                <a:path w="417" h="360" extrusionOk="0">
                  <a:moveTo>
                    <a:pt x="212" y="0"/>
                  </a:moveTo>
                  <a:cubicBezTo>
                    <a:pt x="185" y="0"/>
                    <a:pt x="157" y="6"/>
                    <a:pt x="131" y="19"/>
                  </a:cubicBezTo>
                  <a:cubicBezTo>
                    <a:pt x="48" y="55"/>
                    <a:pt x="0" y="162"/>
                    <a:pt x="48" y="257"/>
                  </a:cubicBezTo>
                  <a:cubicBezTo>
                    <a:pt x="74" y="318"/>
                    <a:pt x="137" y="359"/>
                    <a:pt x="207" y="359"/>
                  </a:cubicBezTo>
                  <a:cubicBezTo>
                    <a:pt x="233" y="359"/>
                    <a:pt x="260" y="354"/>
                    <a:pt x="286" y="341"/>
                  </a:cubicBezTo>
                  <a:cubicBezTo>
                    <a:pt x="369" y="293"/>
                    <a:pt x="417" y="198"/>
                    <a:pt x="369" y="102"/>
                  </a:cubicBezTo>
                  <a:cubicBezTo>
                    <a:pt x="352" y="42"/>
                    <a:pt x="284" y="0"/>
                    <a:pt x="2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6"/>
            <p:cNvSpPr/>
            <p:nvPr/>
          </p:nvSpPr>
          <p:spPr>
            <a:xfrm>
              <a:off x="3288984" y="2452654"/>
              <a:ext cx="27695" cy="23523"/>
            </a:xfrm>
            <a:custGeom>
              <a:avLst/>
              <a:gdLst/>
              <a:ahLst/>
              <a:cxnLst/>
              <a:rect l="l" t="t" r="r" b="b"/>
              <a:pathLst>
                <a:path w="239" h="203" extrusionOk="0">
                  <a:moveTo>
                    <a:pt x="119" y="0"/>
                  </a:moveTo>
                  <a:cubicBezTo>
                    <a:pt x="106" y="0"/>
                    <a:pt x="94" y="4"/>
                    <a:pt x="84" y="15"/>
                  </a:cubicBezTo>
                  <a:cubicBezTo>
                    <a:pt x="37" y="38"/>
                    <a:pt x="1" y="98"/>
                    <a:pt x="37" y="146"/>
                  </a:cubicBezTo>
                  <a:cubicBezTo>
                    <a:pt x="54" y="180"/>
                    <a:pt x="91" y="202"/>
                    <a:pt x="128" y="202"/>
                  </a:cubicBezTo>
                  <a:cubicBezTo>
                    <a:pt x="141" y="202"/>
                    <a:pt x="155" y="200"/>
                    <a:pt x="168" y="193"/>
                  </a:cubicBezTo>
                  <a:cubicBezTo>
                    <a:pt x="215" y="157"/>
                    <a:pt x="239" y="98"/>
                    <a:pt x="215" y="62"/>
                  </a:cubicBezTo>
                  <a:cubicBezTo>
                    <a:pt x="190" y="28"/>
                    <a:pt x="152" y="0"/>
                    <a:pt x="1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6"/>
            <p:cNvSpPr/>
            <p:nvPr/>
          </p:nvSpPr>
          <p:spPr>
            <a:xfrm>
              <a:off x="3323515" y="2324611"/>
              <a:ext cx="16686" cy="12978"/>
            </a:xfrm>
            <a:custGeom>
              <a:avLst/>
              <a:gdLst/>
              <a:ahLst/>
              <a:cxnLst/>
              <a:rect l="l" t="t" r="r" b="b"/>
              <a:pathLst>
                <a:path w="144" h="112" extrusionOk="0">
                  <a:moveTo>
                    <a:pt x="48" y="0"/>
                  </a:moveTo>
                  <a:cubicBezTo>
                    <a:pt x="24" y="12"/>
                    <a:pt x="0" y="48"/>
                    <a:pt x="24" y="72"/>
                  </a:cubicBezTo>
                  <a:cubicBezTo>
                    <a:pt x="33" y="99"/>
                    <a:pt x="49" y="112"/>
                    <a:pt x="71" y="112"/>
                  </a:cubicBezTo>
                  <a:cubicBezTo>
                    <a:pt x="79" y="112"/>
                    <a:pt x="87" y="110"/>
                    <a:pt x="96" y="108"/>
                  </a:cubicBezTo>
                  <a:cubicBezTo>
                    <a:pt x="120" y="96"/>
                    <a:pt x="143" y="60"/>
                    <a:pt x="120" y="36"/>
                  </a:cubicBezTo>
                  <a:cubicBezTo>
                    <a:pt x="108" y="12"/>
                    <a:pt x="84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6"/>
            <p:cNvSpPr/>
            <p:nvPr/>
          </p:nvSpPr>
          <p:spPr>
            <a:xfrm>
              <a:off x="3192459" y="2255665"/>
              <a:ext cx="13905" cy="11588"/>
            </a:xfrm>
            <a:custGeom>
              <a:avLst/>
              <a:gdLst/>
              <a:ahLst/>
              <a:cxnLst/>
              <a:rect l="l" t="t" r="r" b="b"/>
              <a:pathLst>
                <a:path w="120" h="100" extrusionOk="0">
                  <a:moveTo>
                    <a:pt x="48" y="0"/>
                  </a:moveTo>
                  <a:cubicBezTo>
                    <a:pt x="24" y="0"/>
                    <a:pt x="0" y="36"/>
                    <a:pt x="24" y="60"/>
                  </a:cubicBezTo>
                  <a:cubicBezTo>
                    <a:pt x="24" y="86"/>
                    <a:pt x="38" y="100"/>
                    <a:pt x="59" y="100"/>
                  </a:cubicBezTo>
                  <a:cubicBezTo>
                    <a:pt x="67" y="100"/>
                    <a:pt x="75" y="98"/>
                    <a:pt x="84" y="95"/>
                  </a:cubicBezTo>
                  <a:cubicBezTo>
                    <a:pt x="108" y="95"/>
                    <a:pt x="119" y="60"/>
                    <a:pt x="108" y="36"/>
                  </a:cubicBezTo>
                  <a:cubicBezTo>
                    <a:pt x="108" y="12"/>
                    <a:pt x="84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6"/>
            <p:cNvSpPr/>
            <p:nvPr/>
          </p:nvSpPr>
          <p:spPr>
            <a:xfrm>
              <a:off x="2589554" y="2128433"/>
              <a:ext cx="34531" cy="30360"/>
            </a:xfrm>
            <a:custGeom>
              <a:avLst/>
              <a:gdLst/>
              <a:ahLst/>
              <a:cxnLst/>
              <a:rect l="l" t="t" r="r" b="b"/>
              <a:pathLst>
                <a:path w="298" h="262" extrusionOk="0">
                  <a:moveTo>
                    <a:pt x="149" y="0"/>
                  </a:moveTo>
                  <a:cubicBezTo>
                    <a:pt x="129" y="0"/>
                    <a:pt x="107" y="5"/>
                    <a:pt x="84" y="15"/>
                  </a:cubicBezTo>
                  <a:cubicBezTo>
                    <a:pt x="24" y="38"/>
                    <a:pt x="0" y="134"/>
                    <a:pt x="24" y="193"/>
                  </a:cubicBezTo>
                  <a:cubicBezTo>
                    <a:pt x="51" y="237"/>
                    <a:pt x="103" y="262"/>
                    <a:pt x="153" y="262"/>
                  </a:cubicBezTo>
                  <a:cubicBezTo>
                    <a:pt x="170" y="262"/>
                    <a:pt x="187" y="259"/>
                    <a:pt x="203" y="253"/>
                  </a:cubicBezTo>
                  <a:cubicBezTo>
                    <a:pt x="262" y="217"/>
                    <a:pt x="298" y="134"/>
                    <a:pt x="262" y="74"/>
                  </a:cubicBezTo>
                  <a:cubicBezTo>
                    <a:pt x="245" y="31"/>
                    <a:pt x="203" y="0"/>
                    <a:pt x="1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6"/>
            <p:cNvSpPr/>
            <p:nvPr/>
          </p:nvSpPr>
          <p:spPr>
            <a:xfrm>
              <a:off x="2050150" y="1989960"/>
              <a:ext cx="49711" cy="43802"/>
            </a:xfrm>
            <a:custGeom>
              <a:avLst/>
              <a:gdLst/>
              <a:ahLst/>
              <a:cxnLst/>
              <a:rect l="l" t="t" r="r" b="b"/>
              <a:pathLst>
                <a:path w="429" h="378" extrusionOk="0">
                  <a:moveTo>
                    <a:pt x="215" y="0"/>
                  </a:moveTo>
                  <a:cubicBezTo>
                    <a:pt x="189" y="0"/>
                    <a:pt x="160" y="6"/>
                    <a:pt x="131" y="19"/>
                  </a:cubicBezTo>
                  <a:cubicBezTo>
                    <a:pt x="36" y="67"/>
                    <a:pt x="0" y="186"/>
                    <a:pt x="36" y="269"/>
                  </a:cubicBezTo>
                  <a:cubicBezTo>
                    <a:pt x="71" y="340"/>
                    <a:pt x="146" y="378"/>
                    <a:pt x="222" y="378"/>
                  </a:cubicBezTo>
                  <a:cubicBezTo>
                    <a:pt x="247" y="378"/>
                    <a:pt x="273" y="373"/>
                    <a:pt x="298" y="364"/>
                  </a:cubicBezTo>
                  <a:cubicBezTo>
                    <a:pt x="381" y="317"/>
                    <a:pt x="429" y="198"/>
                    <a:pt x="381" y="102"/>
                  </a:cubicBezTo>
                  <a:cubicBezTo>
                    <a:pt x="346" y="42"/>
                    <a:pt x="287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6"/>
            <p:cNvSpPr/>
            <p:nvPr/>
          </p:nvSpPr>
          <p:spPr>
            <a:xfrm>
              <a:off x="2443318" y="2214529"/>
              <a:ext cx="30476" cy="27115"/>
            </a:xfrm>
            <a:custGeom>
              <a:avLst/>
              <a:gdLst/>
              <a:ahLst/>
              <a:cxnLst/>
              <a:rect l="l" t="t" r="r" b="b"/>
              <a:pathLst>
                <a:path w="263" h="234" extrusionOk="0">
                  <a:moveTo>
                    <a:pt x="129" y="1"/>
                  </a:moveTo>
                  <a:cubicBezTo>
                    <a:pt x="114" y="1"/>
                    <a:pt x="99" y="4"/>
                    <a:pt x="84" y="10"/>
                  </a:cubicBezTo>
                  <a:cubicBezTo>
                    <a:pt x="24" y="45"/>
                    <a:pt x="0" y="105"/>
                    <a:pt x="24" y="165"/>
                  </a:cubicBezTo>
                  <a:cubicBezTo>
                    <a:pt x="42" y="209"/>
                    <a:pt x="79" y="233"/>
                    <a:pt x="126" y="233"/>
                  </a:cubicBezTo>
                  <a:cubicBezTo>
                    <a:pt x="143" y="233"/>
                    <a:pt x="160" y="230"/>
                    <a:pt x="179" y="224"/>
                  </a:cubicBezTo>
                  <a:cubicBezTo>
                    <a:pt x="238" y="188"/>
                    <a:pt x="262" y="129"/>
                    <a:pt x="238" y="69"/>
                  </a:cubicBezTo>
                  <a:cubicBezTo>
                    <a:pt x="212" y="25"/>
                    <a:pt x="172" y="1"/>
                    <a:pt x="1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6"/>
            <p:cNvSpPr/>
            <p:nvPr/>
          </p:nvSpPr>
          <p:spPr>
            <a:xfrm>
              <a:off x="2626750" y="2305260"/>
              <a:ext cx="34647" cy="30708"/>
            </a:xfrm>
            <a:custGeom>
              <a:avLst/>
              <a:gdLst/>
              <a:ahLst/>
              <a:cxnLst/>
              <a:rect l="l" t="t" r="r" b="b"/>
              <a:pathLst>
                <a:path w="299" h="265" extrusionOk="0">
                  <a:moveTo>
                    <a:pt x="163" y="0"/>
                  </a:moveTo>
                  <a:cubicBezTo>
                    <a:pt x="140" y="0"/>
                    <a:pt x="116" y="8"/>
                    <a:pt x="96" y="24"/>
                  </a:cubicBezTo>
                  <a:cubicBezTo>
                    <a:pt x="37" y="48"/>
                    <a:pt x="1" y="132"/>
                    <a:pt x="37" y="191"/>
                  </a:cubicBezTo>
                  <a:cubicBezTo>
                    <a:pt x="54" y="234"/>
                    <a:pt x="109" y="265"/>
                    <a:pt x="160" y="265"/>
                  </a:cubicBezTo>
                  <a:cubicBezTo>
                    <a:pt x="180" y="265"/>
                    <a:pt x="199" y="261"/>
                    <a:pt x="215" y="251"/>
                  </a:cubicBezTo>
                  <a:cubicBezTo>
                    <a:pt x="275" y="227"/>
                    <a:pt x="298" y="144"/>
                    <a:pt x="275" y="84"/>
                  </a:cubicBezTo>
                  <a:cubicBezTo>
                    <a:pt x="251" y="29"/>
                    <a:pt x="207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6"/>
            <p:cNvSpPr/>
            <p:nvPr/>
          </p:nvSpPr>
          <p:spPr>
            <a:xfrm>
              <a:off x="1215377" y="2841999"/>
              <a:ext cx="2897" cy="4172"/>
            </a:xfrm>
            <a:custGeom>
              <a:avLst/>
              <a:gdLst/>
              <a:ahLst/>
              <a:cxnLst/>
              <a:rect l="l" t="t" r="r" b="b"/>
              <a:pathLst>
                <a:path w="25" h="36" extrusionOk="0">
                  <a:moveTo>
                    <a:pt x="13" y="0"/>
                  </a:moveTo>
                  <a:cubicBezTo>
                    <a:pt x="1" y="0"/>
                    <a:pt x="1" y="12"/>
                    <a:pt x="1" y="12"/>
                  </a:cubicBezTo>
                  <a:cubicBezTo>
                    <a:pt x="1" y="36"/>
                    <a:pt x="13" y="36"/>
                    <a:pt x="13" y="36"/>
                  </a:cubicBezTo>
                  <a:cubicBezTo>
                    <a:pt x="25" y="36"/>
                    <a:pt x="25" y="12"/>
                    <a:pt x="25" y="12"/>
                  </a:cubicBezTo>
                  <a:cubicBezTo>
                    <a:pt x="25" y="0"/>
                    <a:pt x="13" y="0"/>
                    <a:pt x="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6"/>
            <p:cNvSpPr/>
            <p:nvPr/>
          </p:nvSpPr>
          <p:spPr>
            <a:xfrm>
              <a:off x="1520363" y="3032384"/>
              <a:ext cx="37313" cy="32562"/>
            </a:xfrm>
            <a:custGeom>
              <a:avLst/>
              <a:gdLst/>
              <a:ahLst/>
              <a:cxnLst/>
              <a:rect l="l" t="t" r="r" b="b"/>
              <a:pathLst>
                <a:path w="322" h="281" extrusionOk="0">
                  <a:moveTo>
                    <a:pt x="169" y="0"/>
                  </a:moveTo>
                  <a:cubicBezTo>
                    <a:pt x="152" y="0"/>
                    <a:pt x="136" y="4"/>
                    <a:pt x="119" y="12"/>
                  </a:cubicBezTo>
                  <a:cubicBezTo>
                    <a:pt x="48" y="36"/>
                    <a:pt x="0" y="119"/>
                    <a:pt x="24" y="191"/>
                  </a:cubicBezTo>
                  <a:cubicBezTo>
                    <a:pt x="53" y="240"/>
                    <a:pt x="106" y="280"/>
                    <a:pt x="164" y="280"/>
                  </a:cubicBezTo>
                  <a:cubicBezTo>
                    <a:pt x="177" y="280"/>
                    <a:pt x="190" y="278"/>
                    <a:pt x="202" y="274"/>
                  </a:cubicBezTo>
                  <a:cubicBezTo>
                    <a:pt x="286" y="250"/>
                    <a:pt x="321" y="179"/>
                    <a:pt x="298" y="95"/>
                  </a:cubicBezTo>
                  <a:cubicBezTo>
                    <a:pt x="270" y="41"/>
                    <a:pt x="22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6"/>
            <p:cNvSpPr/>
            <p:nvPr/>
          </p:nvSpPr>
          <p:spPr>
            <a:xfrm>
              <a:off x="1409933" y="2653816"/>
              <a:ext cx="56664" cy="49480"/>
            </a:xfrm>
            <a:custGeom>
              <a:avLst/>
              <a:gdLst/>
              <a:ahLst/>
              <a:cxnLst/>
              <a:rect l="l" t="t" r="r" b="b"/>
              <a:pathLst>
                <a:path w="489" h="427" extrusionOk="0">
                  <a:moveTo>
                    <a:pt x="255" y="0"/>
                  </a:moveTo>
                  <a:cubicBezTo>
                    <a:pt x="230" y="0"/>
                    <a:pt x="204" y="6"/>
                    <a:pt x="179" y="17"/>
                  </a:cubicBezTo>
                  <a:cubicBezTo>
                    <a:pt x="60" y="64"/>
                    <a:pt x="1" y="184"/>
                    <a:pt x="48" y="291"/>
                  </a:cubicBezTo>
                  <a:cubicBezTo>
                    <a:pt x="68" y="372"/>
                    <a:pt x="158" y="427"/>
                    <a:pt x="257" y="427"/>
                  </a:cubicBezTo>
                  <a:cubicBezTo>
                    <a:pt x="275" y="427"/>
                    <a:pt x="292" y="425"/>
                    <a:pt x="310" y="422"/>
                  </a:cubicBezTo>
                  <a:cubicBezTo>
                    <a:pt x="429" y="374"/>
                    <a:pt x="489" y="255"/>
                    <a:pt x="441" y="148"/>
                  </a:cubicBezTo>
                  <a:cubicBezTo>
                    <a:pt x="414" y="57"/>
                    <a:pt x="337" y="0"/>
                    <a:pt x="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6"/>
            <p:cNvSpPr/>
            <p:nvPr/>
          </p:nvSpPr>
          <p:spPr>
            <a:xfrm>
              <a:off x="1202978" y="3012221"/>
              <a:ext cx="84243" cy="74857"/>
            </a:xfrm>
            <a:custGeom>
              <a:avLst/>
              <a:gdLst/>
              <a:ahLst/>
              <a:cxnLst/>
              <a:rect l="l" t="t" r="r" b="b"/>
              <a:pathLst>
                <a:path w="727" h="646" extrusionOk="0">
                  <a:moveTo>
                    <a:pt x="362" y="0"/>
                  </a:moveTo>
                  <a:cubicBezTo>
                    <a:pt x="324" y="0"/>
                    <a:pt x="287" y="6"/>
                    <a:pt x="251" y="19"/>
                  </a:cubicBezTo>
                  <a:cubicBezTo>
                    <a:pt x="84" y="79"/>
                    <a:pt x="1" y="269"/>
                    <a:pt x="60" y="436"/>
                  </a:cubicBezTo>
                  <a:cubicBezTo>
                    <a:pt x="107" y="566"/>
                    <a:pt x="233" y="646"/>
                    <a:pt x="366" y="646"/>
                  </a:cubicBezTo>
                  <a:cubicBezTo>
                    <a:pt x="403" y="646"/>
                    <a:pt x="440" y="640"/>
                    <a:pt x="477" y="627"/>
                  </a:cubicBezTo>
                  <a:cubicBezTo>
                    <a:pt x="632" y="567"/>
                    <a:pt x="727" y="377"/>
                    <a:pt x="667" y="210"/>
                  </a:cubicBezTo>
                  <a:cubicBezTo>
                    <a:pt x="621" y="80"/>
                    <a:pt x="494" y="0"/>
                    <a:pt x="3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46"/>
            <p:cNvSpPr/>
            <p:nvPr/>
          </p:nvSpPr>
          <p:spPr>
            <a:xfrm>
              <a:off x="1447129" y="3088352"/>
              <a:ext cx="55389" cy="49596"/>
            </a:xfrm>
            <a:custGeom>
              <a:avLst/>
              <a:gdLst/>
              <a:ahLst/>
              <a:cxnLst/>
              <a:rect l="l" t="t" r="r" b="b"/>
              <a:pathLst>
                <a:path w="478" h="428" extrusionOk="0">
                  <a:moveTo>
                    <a:pt x="257" y="1"/>
                  </a:moveTo>
                  <a:cubicBezTo>
                    <a:pt x="231" y="1"/>
                    <a:pt x="205" y="6"/>
                    <a:pt x="180" y="17"/>
                  </a:cubicBezTo>
                  <a:cubicBezTo>
                    <a:pt x="61" y="53"/>
                    <a:pt x="1" y="184"/>
                    <a:pt x="49" y="291"/>
                  </a:cubicBezTo>
                  <a:cubicBezTo>
                    <a:pt x="89" y="372"/>
                    <a:pt x="181" y="427"/>
                    <a:pt x="274" y="427"/>
                  </a:cubicBezTo>
                  <a:cubicBezTo>
                    <a:pt x="290" y="427"/>
                    <a:pt x="306" y="426"/>
                    <a:pt x="322" y="422"/>
                  </a:cubicBezTo>
                  <a:cubicBezTo>
                    <a:pt x="442" y="386"/>
                    <a:pt x="477" y="267"/>
                    <a:pt x="453" y="148"/>
                  </a:cubicBezTo>
                  <a:cubicBezTo>
                    <a:pt x="426" y="57"/>
                    <a:pt x="343" y="1"/>
                    <a:pt x="2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46"/>
            <p:cNvSpPr/>
            <p:nvPr/>
          </p:nvSpPr>
          <p:spPr>
            <a:xfrm>
              <a:off x="1684444" y="3062512"/>
              <a:ext cx="62226" cy="54694"/>
            </a:xfrm>
            <a:custGeom>
              <a:avLst/>
              <a:gdLst/>
              <a:ahLst/>
              <a:cxnLst/>
              <a:rect l="l" t="t" r="r" b="b"/>
              <a:pathLst>
                <a:path w="537" h="472" extrusionOk="0">
                  <a:moveTo>
                    <a:pt x="262" y="0"/>
                  </a:moveTo>
                  <a:cubicBezTo>
                    <a:pt x="238" y="0"/>
                    <a:pt x="215" y="5"/>
                    <a:pt x="191" y="14"/>
                  </a:cubicBezTo>
                  <a:cubicBezTo>
                    <a:pt x="72" y="62"/>
                    <a:pt x="1" y="193"/>
                    <a:pt x="37" y="312"/>
                  </a:cubicBezTo>
                  <a:cubicBezTo>
                    <a:pt x="77" y="413"/>
                    <a:pt x="179" y="472"/>
                    <a:pt x="282" y="472"/>
                  </a:cubicBezTo>
                  <a:cubicBezTo>
                    <a:pt x="299" y="472"/>
                    <a:pt x="317" y="470"/>
                    <a:pt x="334" y="467"/>
                  </a:cubicBezTo>
                  <a:cubicBezTo>
                    <a:pt x="453" y="419"/>
                    <a:pt x="537" y="288"/>
                    <a:pt x="489" y="169"/>
                  </a:cubicBezTo>
                  <a:cubicBezTo>
                    <a:pt x="451" y="73"/>
                    <a:pt x="358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6"/>
            <p:cNvSpPr/>
            <p:nvPr/>
          </p:nvSpPr>
          <p:spPr>
            <a:xfrm>
              <a:off x="1603099" y="2823690"/>
              <a:ext cx="62226" cy="54578"/>
            </a:xfrm>
            <a:custGeom>
              <a:avLst/>
              <a:gdLst/>
              <a:ahLst/>
              <a:cxnLst/>
              <a:rect l="l" t="t" r="r" b="b"/>
              <a:pathLst>
                <a:path w="537" h="471" extrusionOk="0">
                  <a:moveTo>
                    <a:pt x="268" y="0"/>
                  </a:moveTo>
                  <a:cubicBezTo>
                    <a:pt x="242" y="0"/>
                    <a:pt x="216" y="5"/>
                    <a:pt x="191" y="15"/>
                  </a:cubicBezTo>
                  <a:cubicBezTo>
                    <a:pt x="72" y="51"/>
                    <a:pt x="0" y="194"/>
                    <a:pt x="36" y="313"/>
                  </a:cubicBezTo>
                  <a:cubicBezTo>
                    <a:pt x="64" y="407"/>
                    <a:pt x="151" y="471"/>
                    <a:pt x="251" y="471"/>
                  </a:cubicBezTo>
                  <a:cubicBezTo>
                    <a:pt x="278" y="471"/>
                    <a:pt x="306" y="466"/>
                    <a:pt x="334" y="456"/>
                  </a:cubicBezTo>
                  <a:cubicBezTo>
                    <a:pt x="465" y="408"/>
                    <a:pt x="536" y="277"/>
                    <a:pt x="489" y="158"/>
                  </a:cubicBezTo>
                  <a:cubicBezTo>
                    <a:pt x="451" y="65"/>
                    <a:pt x="362" y="0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6"/>
            <p:cNvSpPr/>
            <p:nvPr/>
          </p:nvSpPr>
          <p:spPr>
            <a:xfrm>
              <a:off x="991851" y="2636898"/>
              <a:ext cx="87024" cy="76363"/>
            </a:xfrm>
            <a:custGeom>
              <a:avLst/>
              <a:gdLst/>
              <a:ahLst/>
              <a:cxnLst/>
              <a:rect l="l" t="t" r="r" b="b"/>
              <a:pathLst>
                <a:path w="751" h="659" extrusionOk="0">
                  <a:moveTo>
                    <a:pt x="389" y="1"/>
                  </a:moveTo>
                  <a:cubicBezTo>
                    <a:pt x="352" y="1"/>
                    <a:pt x="313" y="7"/>
                    <a:pt x="275" y="20"/>
                  </a:cubicBezTo>
                  <a:cubicBezTo>
                    <a:pt x="96" y="79"/>
                    <a:pt x="1" y="258"/>
                    <a:pt x="60" y="437"/>
                  </a:cubicBezTo>
                  <a:cubicBezTo>
                    <a:pt x="107" y="577"/>
                    <a:pt x="242" y="658"/>
                    <a:pt x="372" y="658"/>
                  </a:cubicBezTo>
                  <a:cubicBezTo>
                    <a:pt x="408" y="658"/>
                    <a:pt x="444" y="652"/>
                    <a:pt x="477" y="639"/>
                  </a:cubicBezTo>
                  <a:cubicBezTo>
                    <a:pt x="656" y="580"/>
                    <a:pt x="751" y="401"/>
                    <a:pt x="691" y="222"/>
                  </a:cubicBezTo>
                  <a:cubicBezTo>
                    <a:pt x="645" y="82"/>
                    <a:pt x="525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6"/>
            <p:cNvSpPr/>
            <p:nvPr/>
          </p:nvSpPr>
          <p:spPr>
            <a:xfrm>
              <a:off x="1895571" y="2698196"/>
              <a:ext cx="30476" cy="26999"/>
            </a:xfrm>
            <a:custGeom>
              <a:avLst/>
              <a:gdLst/>
              <a:ahLst/>
              <a:cxnLst/>
              <a:rect l="l" t="t" r="r" b="b"/>
              <a:pathLst>
                <a:path w="263" h="233" extrusionOk="0">
                  <a:moveTo>
                    <a:pt x="119" y="1"/>
                  </a:moveTo>
                  <a:cubicBezTo>
                    <a:pt x="111" y="1"/>
                    <a:pt x="103" y="1"/>
                    <a:pt x="96" y="3"/>
                  </a:cubicBezTo>
                  <a:cubicBezTo>
                    <a:pt x="36" y="39"/>
                    <a:pt x="1" y="98"/>
                    <a:pt x="24" y="158"/>
                  </a:cubicBezTo>
                  <a:cubicBezTo>
                    <a:pt x="44" y="207"/>
                    <a:pt x="89" y="232"/>
                    <a:pt x="138" y="232"/>
                  </a:cubicBezTo>
                  <a:cubicBezTo>
                    <a:pt x="147" y="232"/>
                    <a:pt x="157" y="231"/>
                    <a:pt x="167" y="229"/>
                  </a:cubicBezTo>
                  <a:cubicBezTo>
                    <a:pt x="227" y="205"/>
                    <a:pt x="262" y="146"/>
                    <a:pt x="239" y="86"/>
                  </a:cubicBezTo>
                  <a:cubicBezTo>
                    <a:pt x="218" y="34"/>
                    <a:pt x="170" y="1"/>
                    <a:pt x="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6"/>
            <p:cNvSpPr/>
            <p:nvPr/>
          </p:nvSpPr>
          <p:spPr>
            <a:xfrm>
              <a:off x="1778304" y="2660884"/>
              <a:ext cx="29085" cy="26884"/>
            </a:xfrm>
            <a:custGeom>
              <a:avLst/>
              <a:gdLst/>
              <a:ahLst/>
              <a:cxnLst/>
              <a:rect l="l" t="t" r="r" b="b"/>
              <a:pathLst>
                <a:path w="251" h="232" extrusionOk="0">
                  <a:moveTo>
                    <a:pt x="126" y="0"/>
                  </a:moveTo>
                  <a:cubicBezTo>
                    <a:pt x="116" y="0"/>
                    <a:pt x="106" y="1"/>
                    <a:pt x="96" y="3"/>
                  </a:cubicBezTo>
                  <a:cubicBezTo>
                    <a:pt x="36" y="15"/>
                    <a:pt x="0" y="87"/>
                    <a:pt x="12" y="146"/>
                  </a:cubicBezTo>
                  <a:cubicBezTo>
                    <a:pt x="33" y="198"/>
                    <a:pt x="90" y="232"/>
                    <a:pt x="144" y="232"/>
                  </a:cubicBezTo>
                  <a:cubicBezTo>
                    <a:pt x="152" y="232"/>
                    <a:pt x="159" y="231"/>
                    <a:pt x="167" y="230"/>
                  </a:cubicBezTo>
                  <a:cubicBezTo>
                    <a:pt x="227" y="206"/>
                    <a:pt x="251" y="134"/>
                    <a:pt x="239" y="75"/>
                  </a:cubicBezTo>
                  <a:cubicBezTo>
                    <a:pt x="229" y="25"/>
                    <a:pt x="177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6"/>
            <p:cNvSpPr/>
            <p:nvPr/>
          </p:nvSpPr>
          <p:spPr>
            <a:xfrm>
              <a:off x="1787922" y="2811639"/>
              <a:ext cx="48437" cy="43106"/>
            </a:xfrm>
            <a:custGeom>
              <a:avLst/>
              <a:gdLst/>
              <a:ahLst/>
              <a:cxnLst/>
              <a:rect l="l" t="t" r="r" b="b"/>
              <a:pathLst>
                <a:path w="418" h="372" extrusionOk="0">
                  <a:moveTo>
                    <a:pt x="206" y="0"/>
                  </a:moveTo>
                  <a:cubicBezTo>
                    <a:pt x="186" y="0"/>
                    <a:pt x="165" y="4"/>
                    <a:pt x="144" y="12"/>
                  </a:cubicBezTo>
                  <a:cubicBezTo>
                    <a:pt x="37" y="48"/>
                    <a:pt x="1" y="155"/>
                    <a:pt x="25" y="250"/>
                  </a:cubicBezTo>
                  <a:cubicBezTo>
                    <a:pt x="57" y="325"/>
                    <a:pt x="137" y="371"/>
                    <a:pt x="230" y="371"/>
                  </a:cubicBezTo>
                  <a:cubicBezTo>
                    <a:pt x="241" y="371"/>
                    <a:pt x="252" y="371"/>
                    <a:pt x="263" y="369"/>
                  </a:cubicBezTo>
                  <a:cubicBezTo>
                    <a:pt x="370" y="322"/>
                    <a:pt x="418" y="215"/>
                    <a:pt x="382" y="131"/>
                  </a:cubicBezTo>
                  <a:cubicBezTo>
                    <a:pt x="345" y="48"/>
                    <a:pt x="279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6"/>
            <p:cNvSpPr/>
            <p:nvPr/>
          </p:nvSpPr>
          <p:spPr>
            <a:xfrm>
              <a:off x="1223720" y="2776297"/>
              <a:ext cx="23523" cy="21901"/>
            </a:xfrm>
            <a:custGeom>
              <a:avLst/>
              <a:gdLst/>
              <a:ahLst/>
              <a:cxnLst/>
              <a:rect l="l" t="t" r="r" b="b"/>
              <a:pathLst>
                <a:path w="203" h="189" extrusionOk="0">
                  <a:moveTo>
                    <a:pt x="104" y="0"/>
                  </a:moveTo>
                  <a:cubicBezTo>
                    <a:pt x="93" y="0"/>
                    <a:pt x="82" y="2"/>
                    <a:pt x="72" y="8"/>
                  </a:cubicBezTo>
                  <a:cubicBezTo>
                    <a:pt x="24" y="19"/>
                    <a:pt x="0" y="79"/>
                    <a:pt x="12" y="127"/>
                  </a:cubicBezTo>
                  <a:cubicBezTo>
                    <a:pt x="22" y="158"/>
                    <a:pt x="68" y="189"/>
                    <a:pt x="111" y="189"/>
                  </a:cubicBezTo>
                  <a:cubicBezTo>
                    <a:pt x="118" y="189"/>
                    <a:pt x="125" y="188"/>
                    <a:pt x="131" y="186"/>
                  </a:cubicBezTo>
                  <a:cubicBezTo>
                    <a:pt x="179" y="162"/>
                    <a:pt x="203" y="103"/>
                    <a:pt x="191" y="67"/>
                  </a:cubicBezTo>
                  <a:cubicBezTo>
                    <a:pt x="181" y="30"/>
                    <a:pt x="143" y="0"/>
                    <a:pt x="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6"/>
            <p:cNvSpPr/>
            <p:nvPr/>
          </p:nvSpPr>
          <p:spPr>
            <a:xfrm>
              <a:off x="1183627" y="2907006"/>
              <a:ext cx="15296" cy="13442"/>
            </a:xfrm>
            <a:custGeom>
              <a:avLst/>
              <a:gdLst/>
              <a:ahLst/>
              <a:cxnLst/>
              <a:rect l="l" t="t" r="r" b="b"/>
              <a:pathLst>
                <a:path w="132" h="116" extrusionOk="0">
                  <a:moveTo>
                    <a:pt x="72" y="1"/>
                  </a:moveTo>
                  <a:cubicBezTo>
                    <a:pt x="63" y="1"/>
                    <a:pt x="55" y="4"/>
                    <a:pt x="49" y="11"/>
                  </a:cubicBezTo>
                  <a:cubicBezTo>
                    <a:pt x="13" y="23"/>
                    <a:pt x="1" y="46"/>
                    <a:pt x="13" y="82"/>
                  </a:cubicBezTo>
                  <a:cubicBezTo>
                    <a:pt x="30" y="99"/>
                    <a:pt x="46" y="116"/>
                    <a:pt x="68" y="116"/>
                  </a:cubicBezTo>
                  <a:cubicBezTo>
                    <a:pt x="76" y="116"/>
                    <a:pt x="86" y="113"/>
                    <a:pt x="96" y="106"/>
                  </a:cubicBezTo>
                  <a:cubicBezTo>
                    <a:pt x="120" y="94"/>
                    <a:pt x="132" y="58"/>
                    <a:pt x="120" y="34"/>
                  </a:cubicBezTo>
                  <a:cubicBezTo>
                    <a:pt x="112" y="18"/>
                    <a:pt x="91" y="1"/>
                    <a:pt x="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6"/>
            <p:cNvSpPr/>
            <p:nvPr/>
          </p:nvSpPr>
          <p:spPr>
            <a:xfrm>
              <a:off x="1307846" y="2993218"/>
              <a:ext cx="12515" cy="11704"/>
            </a:xfrm>
            <a:custGeom>
              <a:avLst/>
              <a:gdLst/>
              <a:ahLst/>
              <a:cxnLst/>
              <a:rect l="l" t="t" r="r" b="b"/>
              <a:pathLst>
                <a:path w="108" h="101" extrusionOk="0">
                  <a:moveTo>
                    <a:pt x="67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5"/>
                    <a:pt x="0" y="41"/>
                    <a:pt x="12" y="64"/>
                  </a:cubicBezTo>
                  <a:cubicBezTo>
                    <a:pt x="36" y="76"/>
                    <a:pt x="60" y="100"/>
                    <a:pt x="72" y="100"/>
                  </a:cubicBezTo>
                  <a:cubicBezTo>
                    <a:pt x="108" y="100"/>
                    <a:pt x="108" y="64"/>
                    <a:pt x="108" y="41"/>
                  </a:cubicBezTo>
                  <a:cubicBezTo>
                    <a:pt x="108" y="14"/>
                    <a:pt x="88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6"/>
            <p:cNvSpPr/>
            <p:nvPr/>
          </p:nvSpPr>
          <p:spPr>
            <a:xfrm>
              <a:off x="1874829" y="3165294"/>
              <a:ext cx="34647" cy="30244"/>
            </a:xfrm>
            <a:custGeom>
              <a:avLst/>
              <a:gdLst/>
              <a:ahLst/>
              <a:cxnLst/>
              <a:rect l="l" t="t" r="r" b="b"/>
              <a:pathLst>
                <a:path w="299" h="261" extrusionOk="0">
                  <a:moveTo>
                    <a:pt x="155" y="1"/>
                  </a:moveTo>
                  <a:cubicBezTo>
                    <a:pt x="139" y="1"/>
                    <a:pt x="123" y="3"/>
                    <a:pt x="108" y="8"/>
                  </a:cubicBezTo>
                  <a:cubicBezTo>
                    <a:pt x="49" y="20"/>
                    <a:pt x="1" y="103"/>
                    <a:pt x="37" y="175"/>
                  </a:cubicBezTo>
                  <a:cubicBezTo>
                    <a:pt x="54" y="227"/>
                    <a:pt x="103" y="260"/>
                    <a:pt x="152" y="260"/>
                  </a:cubicBezTo>
                  <a:cubicBezTo>
                    <a:pt x="170" y="260"/>
                    <a:pt x="187" y="256"/>
                    <a:pt x="203" y="246"/>
                  </a:cubicBezTo>
                  <a:cubicBezTo>
                    <a:pt x="263" y="234"/>
                    <a:pt x="299" y="163"/>
                    <a:pt x="275" y="80"/>
                  </a:cubicBezTo>
                  <a:cubicBezTo>
                    <a:pt x="265" y="33"/>
                    <a:pt x="212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6"/>
            <p:cNvSpPr/>
            <p:nvPr/>
          </p:nvSpPr>
          <p:spPr>
            <a:xfrm>
              <a:off x="2072166" y="2942695"/>
              <a:ext cx="48437" cy="43454"/>
            </a:xfrm>
            <a:custGeom>
              <a:avLst/>
              <a:gdLst/>
              <a:ahLst/>
              <a:cxnLst/>
              <a:rect l="l" t="t" r="r" b="b"/>
              <a:pathLst>
                <a:path w="418" h="375" extrusionOk="0">
                  <a:moveTo>
                    <a:pt x="214" y="1"/>
                  </a:moveTo>
                  <a:cubicBezTo>
                    <a:pt x="191" y="1"/>
                    <a:pt x="167" y="4"/>
                    <a:pt x="143" y="12"/>
                  </a:cubicBezTo>
                  <a:cubicBezTo>
                    <a:pt x="48" y="36"/>
                    <a:pt x="1" y="143"/>
                    <a:pt x="24" y="250"/>
                  </a:cubicBezTo>
                  <a:cubicBezTo>
                    <a:pt x="65" y="321"/>
                    <a:pt x="148" y="375"/>
                    <a:pt x="223" y="375"/>
                  </a:cubicBezTo>
                  <a:cubicBezTo>
                    <a:pt x="237" y="375"/>
                    <a:pt x="250" y="373"/>
                    <a:pt x="262" y="369"/>
                  </a:cubicBezTo>
                  <a:cubicBezTo>
                    <a:pt x="370" y="334"/>
                    <a:pt x="417" y="238"/>
                    <a:pt x="382" y="131"/>
                  </a:cubicBezTo>
                  <a:cubicBezTo>
                    <a:pt x="363" y="48"/>
                    <a:pt x="294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6"/>
            <p:cNvSpPr/>
            <p:nvPr/>
          </p:nvSpPr>
          <p:spPr>
            <a:xfrm>
              <a:off x="2033580" y="3100519"/>
              <a:ext cx="30476" cy="26652"/>
            </a:xfrm>
            <a:custGeom>
              <a:avLst/>
              <a:gdLst/>
              <a:ahLst/>
              <a:cxnLst/>
              <a:rect l="l" t="t" r="r" b="b"/>
              <a:pathLst>
                <a:path w="263" h="230" extrusionOk="0">
                  <a:moveTo>
                    <a:pt x="133" y="0"/>
                  </a:moveTo>
                  <a:cubicBezTo>
                    <a:pt x="121" y="0"/>
                    <a:pt x="108" y="2"/>
                    <a:pt x="95" y="8"/>
                  </a:cubicBezTo>
                  <a:cubicBezTo>
                    <a:pt x="36" y="31"/>
                    <a:pt x="0" y="91"/>
                    <a:pt x="24" y="150"/>
                  </a:cubicBezTo>
                  <a:cubicBezTo>
                    <a:pt x="43" y="197"/>
                    <a:pt x="83" y="229"/>
                    <a:pt x="129" y="229"/>
                  </a:cubicBezTo>
                  <a:cubicBezTo>
                    <a:pt x="141" y="229"/>
                    <a:pt x="154" y="227"/>
                    <a:pt x="167" y="222"/>
                  </a:cubicBezTo>
                  <a:cubicBezTo>
                    <a:pt x="226" y="198"/>
                    <a:pt x="262" y="139"/>
                    <a:pt x="238" y="79"/>
                  </a:cubicBezTo>
                  <a:cubicBezTo>
                    <a:pt x="220" y="32"/>
                    <a:pt x="179" y="0"/>
                    <a:pt x="1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6"/>
            <p:cNvSpPr/>
            <p:nvPr/>
          </p:nvSpPr>
          <p:spPr>
            <a:xfrm>
              <a:off x="1856984" y="2986033"/>
              <a:ext cx="35922" cy="30708"/>
            </a:xfrm>
            <a:custGeom>
              <a:avLst/>
              <a:gdLst/>
              <a:ahLst/>
              <a:cxnLst/>
              <a:rect l="l" t="t" r="r" b="b"/>
              <a:pathLst>
                <a:path w="310" h="265" extrusionOk="0">
                  <a:moveTo>
                    <a:pt x="162" y="0"/>
                  </a:moveTo>
                  <a:cubicBezTo>
                    <a:pt x="148" y="0"/>
                    <a:pt x="134" y="2"/>
                    <a:pt x="119" y="7"/>
                  </a:cubicBezTo>
                  <a:cubicBezTo>
                    <a:pt x="36" y="19"/>
                    <a:pt x="0" y="103"/>
                    <a:pt x="24" y="174"/>
                  </a:cubicBezTo>
                  <a:cubicBezTo>
                    <a:pt x="52" y="231"/>
                    <a:pt x="103" y="265"/>
                    <a:pt x="152" y="265"/>
                  </a:cubicBezTo>
                  <a:cubicBezTo>
                    <a:pt x="165" y="265"/>
                    <a:pt x="178" y="262"/>
                    <a:pt x="191" y="257"/>
                  </a:cubicBezTo>
                  <a:cubicBezTo>
                    <a:pt x="262" y="245"/>
                    <a:pt x="310" y="174"/>
                    <a:pt x="274" y="103"/>
                  </a:cubicBezTo>
                  <a:cubicBezTo>
                    <a:pt x="264" y="36"/>
                    <a:pt x="217" y="0"/>
                    <a:pt x="1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6"/>
            <p:cNvSpPr/>
            <p:nvPr/>
          </p:nvSpPr>
          <p:spPr>
            <a:xfrm>
              <a:off x="747700" y="2904920"/>
              <a:ext cx="13905" cy="12167"/>
            </a:xfrm>
            <a:custGeom>
              <a:avLst/>
              <a:gdLst/>
              <a:ahLst/>
              <a:cxnLst/>
              <a:rect l="l" t="t" r="r" b="b"/>
              <a:pathLst>
                <a:path w="120" h="105" extrusionOk="0">
                  <a:moveTo>
                    <a:pt x="67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5"/>
                    <a:pt x="1" y="41"/>
                    <a:pt x="12" y="64"/>
                  </a:cubicBezTo>
                  <a:cubicBezTo>
                    <a:pt x="12" y="91"/>
                    <a:pt x="32" y="105"/>
                    <a:pt x="53" y="105"/>
                  </a:cubicBezTo>
                  <a:cubicBezTo>
                    <a:pt x="59" y="105"/>
                    <a:pt x="66" y="103"/>
                    <a:pt x="72" y="100"/>
                  </a:cubicBezTo>
                  <a:cubicBezTo>
                    <a:pt x="108" y="100"/>
                    <a:pt x="120" y="64"/>
                    <a:pt x="108" y="41"/>
                  </a:cubicBezTo>
                  <a:cubicBezTo>
                    <a:pt x="108" y="14"/>
                    <a:pt x="88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6"/>
            <p:cNvSpPr/>
            <p:nvPr/>
          </p:nvSpPr>
          <p:spPr>
            <a:xfrm>
              <a:off x="893936" y="2967029"/>
              <a:ext cx="15296" cy="13558"/>
            </a:xfrm>
            <a:custGeom>
              <a:avLst/>
              <a:gdLst/>
              <a:ahLst/>
              <a:cxnLst/>
              <a:rect l="l" t="t" r="r" b="b"/>
              <a:pathLst>
                <a:path w="132" h="117" extrusionOk="0">
                  <a:moveTo>
                    <a:pt x="68" y="0"/>
                  </a:moveTo>
                  <a:cubicBezTo>
                    <a:pt x="61" y="0"/>
                    <a:pt x="54" y="2"/>
                    <a:pt x="48" y="5"/>
                  </a:cubicBezTo>
                  <a:cubicBezTo>
                    <a:pt x="12" y="28"/>
                    <a:pt x="1" y="52"/>
                    <a:pt x="12" y="88"/>
                  </a:cubicBezTo>
                  <a:cubicBezTo>
                    <a:pt x="30" y="105"/>
                    <a:pt x="47" y="116"/>
                    <a:pt x="69" y="116"/>
                  </a:cubicBezTo>
                  <a:cubicBezTo>
                    <a:pt x="78" y="116"/>
                    <a:pt x="86" y="115"/>
                    <a:pt x="96" y="112"/>
                  </a:cubicBezTo>
                  <a:cubicBezTo>
                    <a:pt x="120" y="100"/>
                    <a:pt x="132" y="64"/>
                    <a:pt x="120" y="40"/>
                  </a:cubicBezTo>
                  <a:cubicBezTo>
                    <a:pt x="111" y="14"/>
                    <a:pt x="88" y="0"/>
                    <a:pt x="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6"/>
            <p:cNvSpPr/>
            <p:nvPr/>
          </p:nvSpPr>
          <p:spPr>
            <a:xfrm>
              <a:off x="1258135" y="3213614"/>
              <a:ext cx="37428" cy="32909"/>
            </a:xfrm>
            <a:custGeom>
              <a:avLst/>
              <a:gdLst/>
              <a:ahLst/>
              <a:cxnLst/>
              <a:rect l="l" t="t" r="r" b="b"/>
              <a:pathLst>
                <a:path w="323" h="284" extrusionOk="0">
                  <a:moveTo>
                    <a:pt x="163" y="1"/>
                  </a:moveTo>
                  <a:cubicBezTo>
                    <a:pt x="149" y="1"/>
                    <a:pt x="134" y="3"/>
                    <a:pt x="120" y="8"/>
                  </a:cubicBezTo>
                  <a:cubicBezTo>
                    <a:pt x="37" y="44"/>
                    <a:pt x="1" y="115"/>
                    <a:pt x="25" y="186"/>
                  </a:cubicBezTo>
                  <a:cubicBezTo>
                    <a:pt x="56" y="249"/>
                    <a:pt x="114" y="284"/>
                    <a:pt x="176" y="284"/>
                  </a:cubicBezTo>
                  <a:cubicBezTo>
                    <a:pt x="185" y="284"/>
                    <a:pt x="194" y="283"/>
                    <a:pt x="203" y="282"/>
                  </a:cubicBezTo>
                  <a:cubicBezTo>
                    <a:pt x="287" y="246"/>
                    <a:pt x="322" y="175"/>
                    <a:pt x="298" y="103"/>
                  </a:cubicBezTo>
                  <a:cubicBezTo>
                    <a:pt x="270" y="37"/>
                    <a:pt x="219" y="1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6"/>
            <p:cNvSpPr/>
            <p:nvPr/>
          </p:nvSpPr>
          <p:spPr>
            <a:xfrm>
              <a:off x="1070048" y="1105791"/>
              <a:ext cx="10916" cy="6717"/>
            </a:xfrm>
            <a:custGeom>
              <a:avLst/>
              <a:gdLst/>
              <a:ahLst/>
              <a:cxnLst/>
              <a:rect l="l" t="t" r="r" b="b"/>
              <a:pathLst>
                <a:path w="273" h="168" extrusionOk="0">
                  <a:moveTo>
                    <a:pt x="213" y="0"/>
                  </a:moveTo>
                  <a:cubicBezTo>
                    <a:pt x="203" y="0"/>
                    <a:pt x="194" y="3"/>
                    <a:pt x="185" y="8"/>
                  </a:cubicBezTo>
                  <a:cubicBezTo>
                    <a:pt x="166" y="20"/>
                    <a:pt x="177" y="46"/>
                    <a:pt x="194" y="46"/>
                  </a:cubicBezTo>
                  <a:cubicBezTo>
                    <a:pt x="197" y="46"/>
                    <a:pt x="201" y="45"/>
                    <a:pt x="205" y="43"/>
                  </a:cubicBezTo>
                  <a:lnTo>
                    <a:pt x="205" y="43"/>
                  </a:lnTo>
                  <a:cubicBezTo>
                    <a:pt x="168" y="65"/>
                    <a:pt x="175" y="78"/>
                    <a:pt x="133" y="87"/>
                  </a:cubicBezTo>
                  <a:cubicBezTo>
                    <a:pt x="129" y="88"/>
                    <a:pt x="125" y="88"/>
                    <a:pt x="122" y="88"/>
                  </a:cubicBezTo>
                  <a:cubicBezTo>
                    <a:pt x="110" y="88"/>
                    <a:pt x="98" y="85"/>
                    <a:pt x="86" y="85"/>
                  </a:cubicBezTo>
                  <a:cubicBezTo>
                    <a:pt x="81" y="85"/>
                    <a:pt x="76" y="85"/>
                    <a:pt x="70" y="87"/>
                  </a:cubicBezTo>
                  <a:cubicBezTo>
                    <a:pt x="47" y="93"/>
                    <a:pt x="27" y="104"/>
                    <a:pt x="13" y="121"/>
                  </a:cubicBezTo>
                  <a:cubicBezTo>
                    <a:pt x="1" y="135"/>
                    <a:pt x="13" y="152"/>
                    <a:pt x="27" y="152"/>
                  </a:cubicBezTo>
                  <a:cubicBezTo>
                    <a:pt x="31" y="152"/>
                    <a:pt x="35" y="151"/>
                    <a:pt x="39" y="147"/>
                  </a:cubicBezTo>
                  <a:cubicBezTo>
                    <a:pt x="88" y="100"/>
                    <a:pt x="261" y="167"/>
                    <a:pt x="270" y="62"/>
                  </a:cubicBezTo>
                  <a:cubicBezTo>
                    <a:pt x="273" y="27"/>
                    <a:pt x="244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6"/>
            <p:cNvSpPr/>
            <p:nvPr/>
          </p:nvSpPr>
          <p:spPr>
            <a:xfrm>
              <a:off x="1836429" y="3587752"/>
              <a:ext cx="8077" cy="12115"/>
            </a:xfrm>
            <a:custGeom>
              <a:avLst/>
              <a:gdLst/>
              <a:ahLst/>
              <a:cxnLst/>
              <a:rect l="l" t="t" r="r" b="b"/>
              <a:pathLst>
                <a:path w="202" h="303" extrusionOk="0"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62" y="94"/>
                    <a:pt x="121" y="188"/>
                    <a:pt x="181" y="282"/>
                  </a:cubicBezTo>
                  <a:cubicBezTo>
                    <a:pt x="187" y="289"/>
                    <a:pt x="194" y="296"/>
                    <a:pt x="201" y="303"/>
                  </a:cubicBezTo>
                  <a:cubicBezTo>
                    <a:pt x="67" y="81"/>
                    <a:pt x="10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6"/>
            <p:cNvSpPr/>
            <p:nvPr/>
          </p:nvSpPr>
          <p:spPr>
            <a:xfrm>
              <a:off x="3489951" y="2822527"/>
              <a:ext cx="5398" cy="15714"/>
            </a:xfrm>
            <a:custGeom>
              <a:avLst/>
              <a:gdLst/>
              <a:ahLst/>
              <a:cxnLst/>
              <a:rect l="l" t="t" r="r" b="b"/>
              <a:pathLst>
                <a:path w="135" h="393" extrusionOk="0">
                  <a:moveTo>
                    <a:pt x="3" y="1"/>
                  </a:moveTo>
                  <a:cubicBezTo>
                    <a:pt x="1" y="1"/>
                    <a:pt x="3" y="17"/>
                    <a:pt x="10" y="43"/>
                  </a:cubicBezTo>
                  <a:cubicBezTo>
                    <a:pt x="53" y="157"/>
                    <a:pt x="95" y="270"/>
                    <a:pt x="132" y="386"/>
                  </a:cubicBezTo>
                  <a:cubicBezTo>
                    <a:pt x="132" y="388"/>
                    <a:pt x="133" y="389"/>
                    <a:pt x="135" y="392"/>
                  </a:cubicBezTo>
                  <a:cubicBezTo>
                    <a:pt x="45" y="100"/>
                    <a:pt x="8" y="1"/>
                    <a:pt x="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3" name="Google Shape;2063;p46"/>
          <p:cNvGrpSpPr/>
          <p:nvPr/>
        </p:nvGrpSpPr>
        <p:grpSpPr>
          <a:xfrm>
            <a:off x="6810640" y="2996741"/>
            <a:ext cx="407650" cy="435993"/>
            <a:chOff x="2527100" y="1800950"/>
            <a:chExt cx="359575" cy="384575"/>
          </a:xfrm>
        </p:grpSpPr>
        <p:sp>
          <p:nvSpPr>
            <p:cNvPr id="2064" name="Google Shape;2064;p46"/>
            <p:cNvSpPr/>
            <p:nvPr/>
          </p:nvSpPr>
          <p:spPr>
            <a:xfrm>
              <a:off x="2527100" y="1800950"/>
              <a:ext cx="359575" cy="384575"/>
            </a:xfrm>
            <a:custGeom>
              <a:avLst/>
              <a:gdLst/>
              <a:ahLst/>
              <a:cxnLst/>
              <a:rect l="l" t="t" r="r" b="b"/>
              <a:pathLst>
                <a:path w="14383" h="15383" extrusionOk="0">
                  <a:moveTo>
                    <a:pt x="8911" y="0"/>
                  </a:moveTo>
                  <a:cubicBezTo>
                    <a:pt x="8909" y="0"/>
                    <a:pt x="8907" y="0"/>
                    <a:pt x="8906" y="0"/>
                  </a:cubicBezTo>
                  <a:cubicBezTo>
                    <a:pt x="8192" y="36"/>
                    <a:pt x="5441" y="3596"/>
                    <a:pt x="5096" y="3691"/>
                  </a:cubicBezTo>
                  <a:cubicBezTo>
                    <a:pt x="4405" y="3906"/>
                    <a:pt x="357" y="3667"/>
                    <a:pt x="179" y="4501"/>
                  </a:cubicBezTo>
                  <a:cubicBezTo>
                    <a:pt x="0" y="5322"/>
                    <a:pt x="2250" y="8347"/>
                    <a:pt x="2322" y="8680"/>
                  </a:cubicBezTo>
                  <a:cubicBezTo>
                    <a:pt x="2393" y="9013"/>
                    <a:pt x="1357" y="12978"/>
                    <a:pt x="1798" y="13550"/>
                  </a:cubicBezTo>
                  <a:cubicBezTo>
                    <a:pt x="1841" y="13603"/>
                    <a:pt x="1909" y="13627"/>
                    <a:pt x="1998" y="13627"/>
                  </a:cubicBezTo>
                  <a:cubicBezTo>
                    <a:pt x="2794" y="13627"/>
                    <a:pt x="5239" y="11695"/>
                    <a:pt x="5892" y="11695"/>
                  </a:cubicBezTo>
                  <a:cubicBezTo>
                    <a:pt x="5931" y="11695"/>
                    <a:pt x="5963" y="11702"/>
                    <a:pt x="5989" y="11716"/>
                  </a:cubicBezTo>
                  <a:cubicBezTo>
                    <a:pt x="6455" y="11978"/>
                    <a:pt x="9238" y="15382"/>
                    <a:pt x="9848" y="15382"/>
                  </a:cubicBezTo>
                  <a:cubicBezTo>
                    <a:pt x="9876" y="15382"/>
                    <a:pt x="9899" y="15375"/>
                    <a:pt x="9918" y="15359"/>
                  </a:cubicBezTo>
                  <a:cubicBezTo>
                    <a:pt x="10323" y="15026"/>
                    <a:pt x="10597" y="10942"/>
                    <a:pt x="10751" y="10537"/>
                  </a:cubicBezTo>
                  <a:cubicBezTo>
                    <a:pt x="10894" y="10144"/>
                    <a:pt x="13859" y="9382"/>
                    <a:pt x="14097" y="8323"/>
                  </a:cubicBezTo>
                  <a:cubicBezTo>
                    <a:pt x="14383" y="7120"/>
                    <a:pt x="10311" y="5049"/>
                    <a:pt x="10073" y="4560"/>
                  </a:cubicBezTo>
                  <a:cubicBezTo>
                    <a:pt x="9835" y="4074"/>
                    <a:pt x="9444" y="0"/>
                    <a:pt x="89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6"/>
            <p:cNvSpPr/>
            <p:nvPr/>
          </p:nvSpPr>
          <p:spPr>
            <a:xfrm>
              <a:off x="2564900" y="1928650"/>
              <a:ext cx="66400" cy="30075"/>
            </a:xfrm>
            <a:custGeom>
              <a:avLst/>
              <a:gdLst/>
              <a:ahLst/>
              <a:cxnLst/>
              <a:rect l="l" t="t" r="r" b="b"/>
              <a:pathLst>
                <a:path w="2656" h="1203" extrusionOk="0">
                  <a:moveTo>
                    <a:pt x="131" y="0"/>
                  </a:moveTo>
                  <a:cubicBezTo>
                    <a:pt x="84" y="0"/>
                    <a:pt x="36" y="12"/>
                    <a:pt x="36" y="60"/>
                  </a:cubicBezTo>
                  <a:cubicBezTo>
                    <a:pt x="0" y="119"/>
                    <a:pt x="24" y="179"/>
                    <a:pt x="60" y="214"/>
                  </a:cubicBezTo>
                  <a:cubicBezTo>
                    <a:pt x="60" y="214"/>
                    <a:pt x="214" y="298"/>
                    <a:pt x="441" y="417"/>
                  </a:cubicBezTo>
                  <a:cubicBezTo>
                    <a:pt x="655" y="536"/>
                    <a:pt x="953" y="667"/>
                    <a:pt x="1274" y="810"/>
                  </a:cubicBezTo>
                  <a:cubicBezTo>
                    <a:pt x="1429" y="845"/>
                    <a:pt x="1584" y="905"/>
                    <a:pt x="1727" y="965"/>
                  </a:cubicBezTo>
                  <a:cubicBezTo>
                    <a:pt x="1881" y="1024"/>
                    <a:pt x="2012" y="1060"/>
                    <a:pt x="2131" y="1107"/>
                  </a:cubicBezTo>
                  <a:cubicBezTo>
                    <a:pt x="2370" y="1179"/>
                    <a:pt x="2536" y="1203"/>
                    <a:pt x="2536" y="1203"/>
                  </a:cubicBezTo>
                  <a:cubicBezTo>
                    <a:pt x="2584" y="1203"/>
                    <a:pt x="2631" y="1191"/>
                    <a:pt x="2643" y="1143"/>
                  </a:cubicBezTo>
                  <a:cubicBezTo>
                    <a:pt x="2655" y="1084"/>
                    <a:pt x="2643" y="1024"/>
                    <a:pt x="2596" y="1000"/>
                  </a:cubicBezTo>
                  <a:cubicBezTo>
                    <a:pt x="2596" y="1000"/>
                    <a:pt x="2453" y="905"/>
                    <a:pt x="2227" y="786"/>
                  </a:cubicBezTo>
                  <a:cubicBezTo>
                    <a:pt x="2108" y="726"/>
                    <a:pt x="1989" y="655"/>
                    <a:pt x="1834" y="595"/>
                  </a:cubicBezTo>
                  <a:cubicBezTo>
                    <a:pt x="1703" y="536"/>
                    <a:pt x="1536" y="476"/>
                    <a:pt x="1393" y="405"/>
                  </a:cubicBezTo>
                  <a:cubicBezTo>
                    <a:pt x="1084" y="286"/>
                    <a:pt x="762" y="179"/>
                    <a:pt x="524" y="107"/>
                  </a:cubicBezTo>
                  <a:cubicBezTo>
                    <a:pt x="286" y="36"/>
                    <a:pt x="131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6"/>
            <p:cNvSpPr/>
            <p:nvPr/>
          </p:nvSpPr>
          <p:spPr>
            <a:xfrm>
              <a:off x="2716100" y="1836550"/>
              <a:ext cx="31275" cy="100850"/>
            </a:xfrm>
            <a:custGeom>
              <a:avLst/>
              <a:gdLst/>
              <a:ahLst/>
              <a:cxnLst/>
              <a:rect l="l" t="t" r="r" b="b"/>
              <a:pathLst>
                <a:path w="1251" h="4034" extrusionOk="0">
                  <a:moveTo>
                    <a:pt x="1117" y="1"/>
                  </a:moveTo>
                  <a:cubicBezTo>
                    <a:pt x="1083" y="1"/>
                    <a:pt x="1043" y="18"/>
                    <a:pt x="1024" y="65"/>
                  </a:cubicBezTo>
                  <a:cubicBezTo>
                    <a:pt x="1024" y="65"/>
                    <a:pt x="941" y="291"/>
                    <a:pt x="822" y="648"/>
                  </a:cubicBezTo>
                  <a:cubicBezTo>
                    <a:pt x="703" y="1005"/>
                    <a:pt x="572" y="1481"/>
                    <a:pt x="429" y="1958"/>
                  </a:cubicBezTo>
                  <a:cubicBezTo>
                    <a:pt x="370" y="2208"/>
                    <a:pt x="310" y="2446"/>
                    <a:pt x="251" y="2672"/>
                  </a:cubicBezTo>
                  <a:cubicBezTo>
                    <a:pt x="215" y="2898"/>
                    <a:pt x="167" y="3113"/>
                    <a:pt x="120" y="3291"/>
                  </a:cubicBezTo>
                  <a:cubicBezTo>
                    <a:pt x="48" y="3648"/>
                    <a:pt x="1" y="3910"/>
                    <a:pt x="1" y="3910"/>
                  </a:cubicBezTo>
                  <a:cubicBezTo>
                    <a:pt x="1" y="3946"/>
                    <a:pt x="12" y="4006"/>
                    <a:pt x="60" y="4029"/>
                  </a:cubicBezTo>
                  <a:cubicBezTo>
                    <a:pt x="71" y="4032"/>
                    <a:pt x="82" y="4034"/>
                    <a:pt x="93" y="4034"/>
                  </a:cubicBezTo>
                  <a:cubicBezTo>
                    <a:pt x="132" y="4034"/>
                    <a:pt x="170" y="4016"/>
                    <a:pt x="179" y="3970"/>
                  </a:cubicBezTo>
                  <a:cubicBezTo>
                    <a:pt x="179" y="3970"/>
                    <a:pt x="274" y="3744"/>
                    <a:pt x="393" y="3386"/>
                  </a:cubicBezTo>
                  <a:cubicBezTo>
                    <a:pt x="453" y="3208"/>
                    <a:pt x="524" y="3005"/>
                    <a:pt x="584" y="2779"/>
                  </a:cubicBezTo>
                  <a:cubicBezTo>
                    <a:pt x="655" y="2553"/>
                    <a:pt x="715" y="2315"/>
                    <a:pt x="786" y="2077"/>
                  </a:cubicBezTo>
                  <a:cubicBezTo>
                    <a:pt x="929" y="1589"/>
                    <a:pt x="1048" y="1112"/>
                    <a:pt x="1120" y="743"/>
                  </a:cubicBezTo>
                  <a:cubicBezTo>
                    <a:pt x="1191" y="374"/>
                    <a:pt x="1239" y="124"/>
                    <a:pt x="1239" y="124"/>
                  </a:cubicBezTo>
                  <a:cubicBezTo>
                    <a:pt x="1251" y="88"/>
                    <a:pt x="1227" y="41"/>
                    <a:pt x="1144" y="5"/>
                  </a:cubicBezTo>
                  <a:cubicBezTo>
                    <a:pt x="1136" y="2"/>
                    <a:pt x="1126" y="1"/>
                    <a:pt x="11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6"/>
            <p:cNvSpPr/>
            <p:nvPr/>
          </p:nvSpPr>
          <p:spPr>
            <a:xfrm>
              <a:off x="2594950" y="2035050"/>
              <a:ext cx="67000" cy="67075"/>
            </a:xfrm>
            <a:custGeom>
              <a:avLst/>
              <a:gdLst/>
              <a:ahLst/>
              <a:cxnLst/>
              <a:rect l="l" t="t" r="r" b="b"/>
              <a:pathLst>
                <a:path w="2680" h="2683" extrusionOk="0">
                  <a:moveTo>
                    <a:pt x="2560" y="1"/>
                  </a:moveTo>
                  <a:cubicBezTo>
                    <a:pt x="2542" y="1"/>
                    <a:pt x="2525" y="6"/>
                    <a:pt x="2513" y="18"/>
                  </a:cubicBezTo>
                  <a:cubicBezTo>
                    <a:pt x="2513" y="18"/>
                    <a:pt x="2346" y="149"/>
                    <a:pt x="2096" y="376"/>
                  </a:cubicBezTo>
                  <a:cubicBezTo>
                    <a:pt x="1977" y="483"/>
                    <a:pt x="1822" y="602"/>
                    <a:pt x="1679" y="745"/>
                  </a:cubicBezTo>
                  <a:cubicBezTo>
                    <a:pt x="1525" y="876"/>
                    <a:pt x="1382" y="1042"/>
                    <a:pt x="1215" y="1197"/>
                  </a:cubicBezTo>
                  <a:cubicBezTo>
                    <a:pt x="906" y="1507"/>
                    <a:pt x="608" y="1828"/>
                    <a:pt x="382" y="2090"/>
                  </a:cubicBezTo>
                  <a:cubicBezTo>
                    <a:pt x="155" y="2340"/>
                    <a:pt x="25" y="2519"/>
                    <a:pt x="25" y="2519"/>
                  </a:cubicBezTo>
                  <a:cubicBezTo>
                    <a:pt x="13" y="2543"/>
                    <a:pt x="1" y="2602"/>
                    <a:pt x="25" y="2638"/>
                  </a:cubicBezTo>
                  <a:cubicBezTo>
                    <a:pt x="39" y="2667"/>
                    <a:pt x="71" y="2682"/>
                    <a:pt x="102" y="2682"/>
                  </a:cubicBezTo>
                  <a:cubicBezTo>
                    <a:pt x="122" y="2682"/>
                    <a:pt x="141" y="2676"/>
                    <a:pt x="155" y="2662"/>
                  </a:cubicBezTo>
                  <a:cubicBezTo>
                    <a:pt x="155" y="2662"/>
                    <a:pt x="322" y="2543"/>
                    <a:pt x="572" y="2328"/>
                  </a:cubicBezTo>
                  <a:cubicBezTo>
                    <a:pt x="810" y="2102"/>
                    <a:pt x="1144" y="1804"/>
                    <a:pt x="1453" y="1495"/>
                  </a:cubicBezTo>
                  <a:cubicBezTo>
                    <a:pt x="1596" y="1340"/>
                    <a:pt x="1751" y="1173"/>
                    <a:pt x="1894" y="1030"/>
                  </a:cubicBezTo>
                  <a:cubicBezTo>
                    <a:pt x="2049" y="876"/>
                    <a:pt x="2168" y="733"/>
                    <a:pt x="2287" y="614"/>
                  </a:cubicBezTo>
                  <a:cubicBezTo>
                    <a:pt x="2513" y="364"/>
                    <a:pt x="2644" y="185"/>
                    <a:pt x="2644" y="185"/>
                  </a:cubicBezTo>
                  <a:cubicBezTo>
                    <a:pt x="2656" y="138"/>
                    <a:pt x="2680" y="90"/>
                    <a:pt x="2644" y="42"/>
                  </a:cubicBezTo>
                  <a:cubicBezTo>
                    <a:pt x="2628" y="19"/>
                    <a:pt x="2593" y="1"/>
                    <a:pt x="2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6"/>
            <p:cNvSpPr/>
            <p:nvPr/>
          </p:nvSpPr>
          <p:spPr>
            <a:xfrm>
              <a:off x="2731275" y="2042350"/>
              <a:ext cx="26225" cy="82775"/>
            </a:xfrm>
            <a:custGeom>
              <a:avLst/>
              <a:gdLst/>
              <a:ahLst/>
              <a:cxnLst/>
              <a:rect l="l" t="t" r="r" b="b"/>
              <a:pathLst>
                <a:path w="1049" h="3311" extrusionOk="0">
                  <a:moveTo>
                    <a:pt x="72" y="0"/>
                  </a:moveTo>
                  <a:cubicBezTo>
                    <a:pt x="36" y="0"/>
                    <a:pt x="1" y="72"/>
                    <a:pt x="1" y="131"/>
                  </a:cubicBezTo>
                  <a:cubicBezTo>
                    <a:pt x="1" y="131"/>
                    <a:pt x="36" y="334"/>
                    <a:pt x="96" y="631"/>
                  </a:cubicBezTo>
                  <a:cubicBezTo>
                    <a:pt x="156" y="929"/>
                    <a:pt x="239" y="1334"/>
                    <a:pt x="346" y="1715"/>
                  </a:cubicBezTo>
                  <a:cubicBezTo>
                    <a:pt x="406" y="1917"/>
                    <a:pt x="465" y="2108"/>
                    <a:pt x="513" y="2286"/>
                  </a:cubicBezTo>
                  <a:cubicBezTo>
                    <a:pt x="572" y="2465"/>
                    <a:pt x="632" y="2632"/>
                    <a:pt x="679" y="2774"/>
                  </a:cubicBezTo>
                  <a:cubicBezTo>
                    <a:pt x="775" y="3060"/>
                    <a:pt x="858" y="3251"/>
                    <a:pt x="858" y="3251"/>
                  </a:cubicBezTo>
                  <a:cubicBezTo>
                    <a:pt x="870" y="3298"/>
                    <a:pt x="918" y="3310"/>
                    <a:pt x="953" y="3310"/>
                  </a:cubicBezTo>
                  <a:cubicBezTo>
                    <a:pt x="1001" y="3310"/>
                    <a:pt x="1049" y="3251"/>
                    <a:pt x="1037" y="3191"/>
                  </a:cubicBezTo>
                  <a:cubicBezTo>
                    <a:pt x="1037" y="3191"/>
                    <a:pt x="1001" y="2989"/>
                    <a:pt x="941" y="2691"/>
                  </a:cubicBezTo>
                  <a:cubicBezTo>
                    <a:pt x="918" y="2536"/>
                    <a:pt x="882" y="2358"/>
                    <a:pt x="834" y="2179"/>
                  </a:cubicBezTo>
                  <a:lnTo>
                    <a:pt x="703" y="1596"/>
                  </a:lnTo>
                  <a:cubicBezTo>
                    <a:pt x="596" y="1215"/>
                    <a:pt x="501" y="822"/>
                    <a:pt x="394" y="548"/>
                  </a:cubicBezTo>
                  <a:cubicBezTo>
                    <a:pt x="287" y="250"/>
                    <a:pt x="215" y="72"/>
                    <a:pt x="215" y="72"/>
                  </a:cubicBezTo>
                  <a:cubicBezTo>
                    <a:pt x="203" y="36"/>
                    <a:pt x="156" y="0"/>
                    <a:pt x="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6"/>
            <p:cNvSpPr/>
            <p:nvPr/>
          </p:nvSpPr>
          <p:spPr>
            <a:xfrm>
              <a:off x="2779800" y="2000675"/>
              <a:ext cx="64325" cy="11150"/>
            </a:xfrm>
            <a:custGeom>
              <a:avLst/>
              <a:gdLst/>
              <a:ahLst/>
              <a:cxnLst/>
              <a:rect l="l" t="t" r="r" b="b"/>
              <a:pathLst>
                <a:path w="2573" h="446" extrusionOk="0">
                  <a:moveTo>
                    <a:pt x="1727" y="0"/>
                  </a:moveTo>
                  <a:cubicBezTo>
                    <a:pt x="1572" y="0"/>
                    <a:pt x="1429" y="24"/>
                    <a:pt x="1274" y="24"/>
                  </a:cubicBezTo>
                  <a:cubicBezTo>
                    <a:pt x="977" y="36"/>
                    <a:pt x="679" y="60"/>
                    <a:pt x="465" y="108"/>
                  </a:cubicBezTo>
                  <a:cubicBezTo>
                    <a:pt x="239" y="143"/>
                    <a:pt x="84" y="179"/>
                    <a:pt x="84" y="179"/>
                  </a:cubicBezTo>
                  <a:cubicBezTo>
                    <a:pt x="48" y="203"/>
                    <a:pt x="12" y="227"/>
                    <a:pt x="0" y="286"/>
                  </a:cubicBezTo>
                  <a:cubicBezTo>
                    <a:pt x="0" y="346"/>
                    <a:pt x="24" y="393"/>
                    <a:pt x="84" y="405"/>
                  </a:cubicBezTo>
                  <a:cubicBezTo>
                    <a:pt x="84" y="405"/>
                    <a:pt x="239" y="417"/>
                    <a:pt x="465" y="441"/>
                  </a:cubicBezTo>
                  <a:cubicBezTo>
                    <a:pt x="529" y="444"/>
                    <a:pt x="597" y="446"/>
                    <a:pt x="668" y="446"/>
                  </a:cubicBezTo>
                  <a:cubicBezTo>
                    <a:pt x="862" y="446"/>
                    <a:pt x="1080" y="435"/>
                    <a:pt x="1298" y="417"/>
                  </a:cubicBezTo>
                  <a:cubicBezTo>
                    <a:pt x="1441" y="405"/>
                    <a:pt x="1608" y="393"/>
                    <a:pt x="1739" y="381"/>
                  </a:cubicBezTo>
                  <a:cubicBezTo>
                    <a:pt x="1894" y="358"/>
                    <a:pt x="2013" y="334"/>
                    <a:pt x="2132" y="322"/>
                  </a:cubicBezTo>
                  <a:cubicBezTo>
                    <a:pt x="2346" y="286"/>
                    <a:pt x="2501" y="239"/>
                    <a:pt x="2501" y="239"/>
                  </a:cubicBezTo>
                  <a:cubicBezTo>
                    <a:pt x="2548" y="239"/>
                    <a:pt x="2572" y="203"/>
                    <a:pt x="2572" y="155"/>
                  </a:cubicBezTo>
                  <a:cubicBezTo>
                    <a:pt x="2572" y="96"/>
                    <a:pt x="2525" y="48"/>
                    <a:pt x="2489" y="36"/>
                  </a:cubicBezTo>
                  <a:cubicBezTo>
                    <a:pt x="2489" y="36"/>
                    <a:pt x="2334" y="24"/>
                    <a:pt x="21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0" name="Google Shape;2070;p46"/>
          <p:cNvGrpSpPr/>
          <p:nvPr/>
        </p:nvGrpSpPr>
        <p:grpSpPr>
          <a:xfrm>
            <a:off x="-50" y="2788000"/>
            <a:ext cx="9287500" cy="2355315"/>
            <a:chOff x="-50" y="2788000"/>
            <a:chExt cx="9287500" cy="2355315"/>
          </a:xfrm>
        </p:grpSpPr>
        <p:sp>
          <p:nvSpPr>
            <p:cNvPr id="2071" name="Google Shape;2071;p46"/>
            <p:cNvSpPr/>
            <p:nvPr/>
          </p:nvSpPr>
          <p:spPr>
            <a:xfrm>
              <a:off x="-50" y="2788000"/>
              <a:ext cx="9287500" cy="1942455"/>
            </a:xfrm>
            <a:custGeom>
              <a:avLst/>
              <a:gdLst/>
              <a:ahLst/>
              <a:cxnLst/>
              <a:rect l="l" t="t" r="r" b="b"/>
              <a:pathLst>
                <a:path w="80094" h="16763" extrusionOk="0">
                  <a:moveTo>
                    <a:pt x="6243" y="1"/>
                  </a:moveTo>
                  <a:cubicBezTo>
                    <a:pt x="5631" y="1"/>
                    <a:pt x="5015" y="38"/>
                    <a:pt x="4406" y="109"/>
                  </a:cubicBezTo>
                  <a:cubicBezTo>
                    <a:pt x="3096" y="276"/>
                    <a:pt x="1393" y="800"/>
                    <a:pt x="0" y="1526"/>
                  </a:cubicBezTo>
                  <a:lnTo>
                    <a:pt x="0" y="7741"/>
                  </a:lnTo>
                  <a:cubicBezTo>
                    <a:pt x="194" y="7757"/>
                    <a:pt x="387" y="7764"/>
                    <a:pt x="580" y="7764"/>
                  </a:cubicBezTo>
                  <a:cubicBezTo>
                    <a:pt x="2986" y="7764"/>
                    <a:pt x="5338" y="6607"/>
                    <a:pt x="7608" y="6276"/>
                  </a:cubicBezTo>
                  <a:cubicBezTo>
                    <a:pt x="7987" y="6220"/>
                    <a:pt x="8329" y="6194"/>
                    <a:pt x="8642" y="6194"/>
                  </a:cubicBezTo>
                  <a:cubicBezTo>
                    <a:pt x="10453" y="6194"/>
                    <a:pt x="11334" y="7055"/>
                    <a:pt x="12907" y="7908"/>
                  </a:cubicBezTo>
                  <a:cubicBezTo>
                    <a:pt x="16098" y="9622"/>
                    <a:pt x="19157" y="10646"/>
                    <a:pt x="23122" y="11182"/>
                  </a:cubicBezTo>
                  <a:cubicBezTo>
                    <a:pt x="24092" y="11315"/>
                    <a:pt x="25048" y="11373"/>
                    <a:pt x="25994" y="11373"/>
                  </a:cubicBezTo>
                  <a:cubicBezTo>
                    <a:pt x="32544" y="11373"/>
                    <a:pt x="38574" y="8580"/>
                    <a:pt x="45139" y="8580"/>
                  </a:cubicBezTo>
                  <a:cubicBezTo>
                    <a:pt x="45592" y="8580"/>
                    <a:pt x="46048" y="8594"/>
                    <a:pt x="46506" y="8622"/>
                  </a:cubicBezTo>
                  <a:cubicBezTo>
                    <a:pt x="49459" y="8801"/>
                    <a:pt x="52245" y="10682"/>
                    <a:pt x="54662" y="11765"/>
                  </a:cubicBezTo>
                  <a:cubicBezTo>
                    <a:pt x="57841" y="13206"/>
                    <a:pt x="60972" y="14516"/>
                    <a:pt x="64806" y="14908"/>
                  </a:cubicBezTo>
                  <a:cubicBezTo>
                    <a:pt x="66932" y="15126"/>
                    <a:pt x="74349" y="16762"/>
                    <a:pt x="77358" y="16762"/>
                  </a:cubicBezTo>
                  <a:cubicBezTo>
                    <a:pt x="77635" y="16762"/>
                    <a:pt x="77875" y="16748"/>
                    <a:pt x="78070" y="16718"/>
                  </a:cubicBezTo>
                  <a:cubicBezTo>
                    <a:pt x="80094" y="16409"/>
                    <a:pt x="76998" y="13361"/>
                    <a:pt x="76772" y="11765"/>
                  </a:cubicBezTo>
                  <a:cubicBezTo>
                    <a:pt x="76009" y="12137"/>
                    <a:pt x="75049" y="12243"/>
                    <a:pt x="74072" y="12243"/>
                  </a:cubicBezTo>
                  <a:cubicBezTo>
                    <a:pt x="73236" y="12243"/>
                    <a:pt x="72387" y="12165"/>
                    <a:pt x="71640" y="12110"/>
                  </a:cubicBezTo>
                  <a:cubicBezTo>
                    <a:pt x="68378" y="11884"/>
                    <a:pt x="65056" y="11313"/>
                    <a:pt x="62175" y="10229"/>
                  </a:cubicBezTo>
                  <a:cubicBezTo>
                    <a:pt x="59924" y="9384"/>
                    <a:pt x="57948" y="8158"/>
                    <a:pt x="55960" y="7050"/>
                  </a:cubicBezTo>
                  <a:cubicBezTo>
                    <a:pt x="52959" y="5348"/>
                    <a:pt x="49911" y="4621"/>
                    <a:pt x="45958" y="4348"/>
                  </a:cubicBezTo>
                  <a:cubicBezTo>
                    <a:pt x="45165" y="4296"/>
                    <a:pt x="44390" y="4271"/>
                    <a:pt x="43629" y="4271"/>
                  </a:cubicBezTo>
                  <a:cubicBezTo>
                    <a:pt x="40555" y="4271"/>
                    <a:pt x="37697" y="4668"/>
                    <a:pt x="34624" y="5241"/>
                  </a:cubicBezTo>
                  <a:cubicBezTo>
                    <a:pt x="31986" y="5727"/>
                    <a:pt x="29721" y="6331"/>
                    <a:pt x="26999" y="6331"/>
                  </a:cubicBezTo>
                  <a:cubicBezTo>
                    <a:pt x="26724" y="6331"/>
                    <a:pt x="26444" y="6325"/>
                    <a:pt x="26158" y="6312"/>
                  </a:cubicBezTo>
                  <a:cubicBezTo>
                    <a:pt x="20360" y="6098"/>
                    <a:pt x="15502" y="3026"/>
                    <a:pt x="10954" y="931"/>
                  </a:cubicBezTo>
                  <a:cubicBezTo>
                    <a:pt x="9536" y="278"/>
                    <a:pt x="7902" y="1"/>
                    <a:pt x="6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6"/>
            <p:cNvSpPr/>
            <p:nvPr/>
          </p:nvSpPr>
          <p:spPr>
            <a:xfrm>
              <a:off x="-50" y="3046056"/>
              <a:ext cx="8918871" cy="1754501"/>
            </a:xfrm>
            <a:custGeom>
              <a:avLst/>
              <a:gdLst/>
              <a:ahLst/>
              <a:cxnLst/>
              <a:rect l="l" t="t" r="r" b="b"/>
              <a:pathLst>
                <a:path w="76915" h="15141" extrusionOk="0">
                  <a:moveTo>
                    <a:pt x="6169" y="0"/>
                  </a:moveTo>
                  <a:cubicBezTo>
                    <a:pt x="5558" y="0"/>
                    <a:pt x="4944" y="38"/>
                    <a:pt x="4334" y="108"/>
                  </a:cubicBezTo>
                  <a:cubicBezTo>
                    <a:pt x="3060" y="275"/>
                    <a:pt x="1370" y="787"/>
                    <a:pt x="0" y="1478"/>
                  </a:cubicBezTo>
                  <a:lnTo>
                    <a:pt x="0" y="7752"/>
                  </a:lnTo>
                  <a:cubicBezTo>
                    <a:pt x="164" y="7764"/>
                    <a:pt x="327" y="7769"/>
                    <a:pt x="490" y="7769"/>
                  </a:cubicBezTo>
                  <a:cubicBezTo>
                    <a:pt x="2902" y="7769"/>
                    <a:pt x="5251" y="6599"/>
                    <a:pt x="7537" y="6276"/>
                  </a:cubicBezTo>
                  <a:cubicBezTo>
                    <a:pt x="7906" y="6223"/>
                    <a:pt x="8240" y="6198"/>
                    <a:pt x="8548" y="6198"/>
                  </a:cubicBezTo>
                  <a:cubicBezTo>
                    <a:pt x="10374" y="6198"/>
                    <a:pt x="11256" y="7063"/>
                    <a:pt x="12835" y="7919"/>
                  </a:cubicBezTo>
                  <a:cubicBezTo>
                    <a:pt x="16014" y="9622"/>
                    <a:pt x="19086" y="10657"/>
                    <a:pt x="23039" y="11193"/>
                  </a:cubicBezTo>
                  <a:cubicBezTo>
                    <a:pt x="24000" y="11324"/>
                    <a:pt x="24947" y="11381"/>
                    <a:pt x="25884" y="11381"/>
                  </a:cubicBezTo>
                  <a:cubicBezTo>
                    <a:pt x="32436" y="11381"/>
                    <a:pt x="38473" y="8590"/>
                    <a:pt x="45027" y="8590"/>
                  </a:cubicBezTo>
                  <a:cubicBezTo>
                    <a:pt x="45489" y="8590"/>
                    <a:pt x="45955" y="8604"/>
                    <a:pt x="46423" y="8633"/>
                  </a:cubicBezTo>
                  <a:cubicBezTo>
                    <a:pt x="49387" y="8812"/>
                    <a:pt x="52174" y="10681"/>
                    <a:pt x="54579" y="11765"/>
                  </a:cubicBezTo>
                  <a:cubicBezTo>
                    <a:pt x="57769" y="13217"/>
                    <a:pt x="60889" y="14527"/>
                    <a:pt x="64735" y="14908"/>
                  </a:cubicBezTo>
                  <a:cubicBezTo>
                    <a:pt x="66030" y="15041"/>
                    <a:pt x="67373" y="15140"/>
                    <a:pt x="68711" y="15140"/>
                  </a:cubicBezTo>
                  <a:cubicBezTo>
                    <a:pt x="69771" y="15140"/>
                    <a:pt x="70828" y="15078"/>
                    <a:pt x="71855" y="14920"/>
                  </a:cubicBezTo>
                  <a:cubicBezTo>
                    <a:pt x="73891" y="14610"/>
                    <a:pt x="76915" y="13360"/>
                    <a:pt x="76712" y="11765"/>
                  </a:cubicBezTo>
                  <a:lnTo>
                    <a:pt x="76712" y="11765"/>
                  </a:lnTo>
                  <a:cubicBezTo>
                    <a:pt x="75954" y="12137"/>
                    <a:pt x="75005" y="12242"/>
                    <a:pt x="74039" y="12242"/>
                  </a:cubicBezTo>
                  <a:cubicBezTo>
                    <a:pt x="73184" y="12242"/>
                    <a:pt x="72317" y="12160"/>
                    <a:pt x="71557" y="12110"/>
                  </a:cubicBezTo>
                  <a:cubicBezTo>
                    <a:pt x="68306" y="11884"/>
                    <a:pt x="64985" y="11324"/>
                    <a:pt x="62091" y="10229"/>
                  </a:cubicBezTo>
                  <a:cubicBezTo>
                    <a:pt x="59853" y="9383"/>
                    <a:pt x="57865" y="8169"/>
                    <a:pt x="55888" y="7050"/>
                  </a:cubicBezTo>
                  <a:cubicBezTo>
                    <a:pt x="52888" y="5359"/>
                    <a:pt x="49828" y="4621"/>
                    <a:pt x="45887" y="4359"/>
                  </a:cubicBezTo>
                  <a:cubicBezTo>
                    <a:pt x="45081" y="4304"/>
                    <a:pt x="44295" y="4278"/>
                    <a:pt x="43523" y="4278"/>
                  </a:cubicBezTo>
                  <a:cubicBezTo>
                    <a:pt x="40462" y="4278"/>
                    <a:pt x="37614" y="4682"/>
                    <a:pt x="34552" y="5252"/>
                  </a:cubicBezTo>
                  <a:cubicBezTo>
                    <a:pt x="31898" y="5741"/>
                    <a:pt x="29622" y="6340"/>
                    <a:pt x="26870" y="6340"/>
                  </a:cubicBezTo>
                  <a:cubicBezTo>
                    <a:pt x="26609" y="6340"/>
                    <a:pt x="26345" y="6335"/>
                    <a:pt x="26075" y="6324"/>
                  </a:cubicBezTo>
                  <a:cubicBezTo>
                    <a:pt x="20289" y="6097"/>
                    <a:pt x="15419" y="3025"/>
                    <a:pt x="10883" y="930"/>
                  </a:cubicBezTo>
                  <a:cubicBezTo>
                    <a:pt x="9456" y="278"/>
                    <a:pt x="7826" y="0"/>
                    <a:pt x="6169" y="0"/>
                  </a:cubicBezTo>
                  <a:close/>
                </a:path>
              </a:pathLst>
            </a:custGeom>
            <a:solidFill>
              <a:srgbClr val="AED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6"/>
            <p:cNvSpPr/>
            <p:nvPr/>
          </p:nvSpPr>
          <p:spPr>
            <a:xfrm>
              <a:off x="1342" y="3468541"/>
              <a:ext cx="9141162" cy="1670722"/>
            </a:xfrm>
            <a:custGeom>
              <a:avLst/>
              <a:gdLst/>
              <a:ahLst/>
              <a:cxnLst/>
              <a:rect l="l" t="t" r="r" b="b"/>
              <a:pathLst>
                <a:path w="78832" h="14418" extrusionOk="0">
                  <a:moveTo>
                    <a:pt x="7078" y="1"/>
                  </a:moveTo>
                  <a:cubicBezTo>
                    <a:pt x="4536" y="1"/>
                    <a:pt x="2195" y="1220"/>
                    <a:pt x="0" y="2094"/>
                  </a:cubicBezTo>
                  <a:lnTo>
                    <a:pt x="0" y="14417"/>
                  </a:lnTo>
                  <a:lnTo>
                    <a:pt x="78415" y="14417"/>
                  </a:lnTo>
                  <a:cubicBezTo>
                    <a:pt x="78486" y="12810"/>
                    <a:pt x="78832" y="11119"/>
                    <a:pt x="77772" y="9714"/>
                  </a:cubicBezTo>
                  <a:cubicBezTo>
                    <a:pt x="76379" y="9726"/>
                    <a:pt x="74902" y="10321"/>
                    <a:pt x="73474" y="10476"/>
                  </a:cubicBezTo>
                  <a:cubicBezTo>
                    <a:pt x="72200" y="10596"/>
                    <a:pt x="70956" y="10641"/>
                    <a:pt x="69715" y="10641"/>
                  </a:cubicBezTo>
                  <a:cubicBezTo>
                    <a:pt x="68243" y="10641"/>
                    <a:pt x="66776" y="10577"/>
                    <a:pt x="65270" y="10500"/>
                  </a:cubicBezTo>
                  <a:cubicBezTo>
                    <a:pt x="61591" y="10333"/>
                    <a:pt x="57948" y="9535"/>
                    <a:pt x="55162" y="7916"/>
                  </a:cubicBezTo>
                  <a:cubicBezTo>
                    <a:pt x="52924" y="6607"/>
                    <a:pt x="51054" y="5225"/>
                    <a:pt x="48256" y="4392"/>
                  </a:cubicBezTo>
                  <a:cubicBezTo>
                    <a:pt x="46141" y="3759"/>
                    <a:pt x="44300" y="3478"/>
                    <a:pt x="42489" y="3478"/>
                  </a:cubicBezTo>
                  <a:cubicBezTo>
                    <a:pt x="40415" y="3478"/>
                    <a:pt x="38381" y="3846"/>
                    <a:pt x="36017" y="4475"/>
                  </a:cubicBezTo>
                  <a:cubicBezTo>
                    <a:pt x="34654" y="4828"/>
                    <a:pt x="32986" y="5117"/>
                    <a:pt x="31400" y="5117"/>
                  </a:cubicBezTo>
                  <a:cubicBezTo>
                    <a:pt x="30256" y="5117"/>
                    <a:pt x="29155" y="4967"/>
                    <a:pt x="28242" y="4583"/>
                  </a:cubicBezTo>
                  <a:cubicBezTo>
                    <a:pt x="27653" y="4332"/>
                    <a:pt x="26839" y="4244"/>
                    <a:pt x="26022" y="4244"/>
                  </a:cubicBezTo>
                  <a:cubicBezTo>
                    <a:pt x="24739" y="4244"/>
                    <a:pt x="23447" y="4461"/>
                    <a:pt x="23003" y="4606"/>
                  </a:cubicBezTo>
                  <a:cubicBezTo>
                    <a:pt x="22185" y="4879"/>
                    <a:pt x="21525" y="4987"/>
                    <a:pt x="20718" y="4987"/>
                  </a:cubicBezTo>
                  <a:cubicBezTo>
                    <a:pt x="20398" y="4987"/>
                    <a:pt x="20055" y="4970"/>
                    <a:pt x="19669" y="4940"/>
                  </a:cubicBezTo>
                  <a:cubicBezTo>
                    <a:pt x="16336" y="4666"/>
                    <a:pt x="14062" y="3404"/>
                    <a:pt x="11728" y="1892"/>
                  </a:cubicBezTo>
                  <a:cubicBezTo>
                    <a:pt x="10752" y="1261"/>
                    <a:pt x="9549" y="284"/>
                    <a:pt x="8192" y="82"/>
                  </a:cubicBezTo>
                  <a:cubicBezTo>
                    <a:pt x="7816" y="26"/>
                    <a:pt x="7445" y="1"/>
                    <a:pt x="7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6"/>
            <p:cNvSpPr/>
            <p:nvPr/>
          </p:nvSpPr>
          <p:spPr>
            <a:xfrm>
              <a:off x="1342" y="3992649"/>
              <a:ext cx="7175102" cy="1146608"/>
            </a:xfrm>
            <a:custGeom>
              <a:avLst/>
              <a:gdLst/>
              <a:ahLst/>
              <a:cxnLst/>
              <a:rect l="l" t="t" r="r" b="b"/>
              <a:pathLst>
                <a:path w="61877" h="9895" extrusionOk="0">
                  <a:moveTo>
                    <a:pt x="8517" y="0"/>
                  </a:moveTo>
                  <a:cubicBezTo>
                    <a:pt x="5407" y="0"/>
                    <a:pt x="2585" y="1831"/>
                    <a:pt x="0" y="2607"/>
                  </a:cubicBezTo>
                  <a:lnTo>
                    <a:pt x="0" y="9894"/>
                  </a:lnTo>
                  <a:lnTo>
                    <a:pt x="61877" y="9894"/>
                  </a:lnTo>
                  <a:cubicBezTo>
                    <a:pt x="59960" y="9465"/>
                    <a:pt x="58162" y="8822"/>
                    <a:pt x="56614" y="7918"/>
                  </a:cubicBezTo>
                  <a:cubicBezTo>
                    <a:pt x="54364" y="6608"/>
                    <a:pt x="52495" y="5215"/>
                    <a:pt x="49709" y="4393"/>
                  </a:cubicBezTo>
                  <a:cubicBezTo>
                    <a:pt x="47588" y="3760"/>
                    <a:pt x="45744" y="3480"/>
                    <a:pt x="43931" y="3480"/>
                  </a:cubicBezTo>
                  <a:cubicBezTo>
                    <a:pt x="41856" y="3480"/>
                    <a:pt x="39821" y="3848"/>
                    <a:pt x="37457" y="4477"/>
                  </a:cubicBezTo>
                  <a:cubicBezTo>
                    <a:pt x="36101" y="4830"/>
                    <a:pt x="34432" y="5118"/>
                    <a:pt x="32844" y="5118"/>
                  </a:cubicBezTo>
                  <a:cubicBezTo>
                    <a:pt x="31699" y="5118"/>
                    <a:pt x="30595" y="4968"/>
                    <a:pt x="29683" y="4584"/>
                  </a:cubicBezTo>
                  <a:cubicBezTo>
                    <a:pt x="29094" y="4334"/>
                    <a:pt x="28282" y="4246"/>
                    <a:pt x="27466" y="4246"/>
                  </a:cubicBezTo>
                  <a:cubicBezTo>
                    <a:pt x="26185" y="4246"/>
                    <a:pt x="24895" y="4462"/>
                    <a:pt x="24444" y="4608"/>
                  </a:cubicBezTo>
                  <a:cubicBezTo>
                    <a:pt x="23622" y="4882"/>
                    <a:pt x="22960" y="4983"/>
                    <a:pt x="22148" y="4983"/>
                  </a:cubicBezTo>
                  <a:cubicBezTo>
                    <a:pt x="21831" y="4983"/>
                    <a:pt x="21491" y="4968"/>
                    <a:pt x="21110" y="4941"/>
                  </a:cubicBezTo>
                  <a:cubicBezTo>
                    <a:pt x="17776" y="4667"/>
                    <a:pt x="15502" y="3405"/>
                    <a:pt x="13169" y="1893"/>
                  </a:cubicBezTo>
                  <a:cubicBezTo>
                    <a:pt x="12204" y="1262"/>
                    <a:pt x="10990" y="274"/>
                    <a:pt x="9644" y="83"/>
                  </a:cubicBezTo>
                  <a:cubicBezTo>
                    <a:pt x="9264" y="26"/>
                    <a:pt x="8889" y="0"/>
                    <a:pt x="8517" y="0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6"/>
            <p:cNvSpPr/>
            <p:nvPr/>
          </p:nvSpPr>
          <p:spPr>
            <a:xfrm>
              <a:off x="1321202" y="3526247"/>
              <a:ext cx="7822725" cy="1613015"/>
            </a:xfrm>
            <a:custGeom>
              <a:avLst/>
              <a:gdLst/>
              <a:ahLst/>
              <a:cxnLst/>
              <a:rect l="l" t="t" r="r" b="b"/>
              <a:pathLst>
                <a:path w="67462" h="13920" extrusionOk="0">
                  <a:moveTo>
                    <a:pt x="60681" y="1"/>
                  </a:moveTo>
                  <a:cubicBezTo>
                    <a:pt x="58623" y="1"/>
                    <a:pt x="56591" y="352"/>
                    <a:pt x="54936" y="1179"/>
                  </a:cubicBezTo>
                  <a:cubicBezTo>
                    <a:pt x="50483" y="3370"/>
                    <a:pt x="45828" y="6466"/>
                    <a:pt x="39851" y="7049"/>
                  </a:cubicBezTo>
                  <a:cubicBezTo>
                    <a:pt x="39110" y="7121"/>
                    <a:pt x="38399" y="7151"/>
                    <a:pt x="37706" y="7151"/>
                  </a:cubicBezTo>
                  <a:cubicBezTo>
                    <a:pt x="35422" y="7151"/>
                    <a:pt x="33325" y="6825"/>
                    <a:pt x="30969" y="6597"/>
                  </a:cubicBezTo>
                  <a:cubicBezTo>
                    <a:pt x="28654" y="6365"/>
                    <a:pt x="26459" y="6204"/>
                    <a:pt x="24236" y="6204"/>
                  </a:cubicBezTo>
                  <a:cubicBezTo>
                    <a:pt x="22572" y="6204"/>
                    <a:pt x="20892" y="6294"/>
                    <a:pt x="19134" y="6513"/>
                  </a:cubicBezTo>
                  <a:cubicBezTo>
                    <a:pt x="15086" y="7002"/>
                    <a:pt x="12026" y="7847"/>
                    <a:pt x="9121" y="9585"/>
                  </a:cubicBezTo>
                  <a:cubicBezTo>
                    <a:pt x="7216" y="10740"/>
                    <a:pt x="5311" y="11966"/>
                    <a:pt x="3096" y="12883"/>
                  </a:cubicBezTo>
                  <a:cubicBezTo>
                    <a:pt x="2108" y="13276"/>
                    <a:pt x="1084" y="13621"/>
                    <a:pt x="1" y="13919"/>
                  </a:cubicBezTo>
                  <a:lnTo>
                    <a:pt x="10800" y="13919"/>
                  </a:lnTo>
                  <a:cubicBezTo>
                    <a:pt x="10883" y="13871"/>
                    <a:pt x="10966" y="13848"/>
                    <a:pt x="11038" y="13800"/>
                  </a:cubicBezTo>
                  <a:cubicBezTo>
                    <a:pt x="13407" y="12657"/>
                    <a:pt x="16062" y="10776"/>
                    <a:pt x="19110" y="10419"/>
                  </a:cubicBezTo>
                  <a:cubicBezTo>
                    <a:pt x="20176" y="10294"/>
                    <a:pt x="21236" y="10242"/>
                    <a:pt x="22291" y="10242"/>
                  </a:cubicBezTo>
                  <a:cubicBezTo>
                    <a:pt x="27870" y="10242"/>
                    <a:pt x="33331" y="11702"/>
                    <a:pt x="38905" y="11702"/>
                  </a:cubicBezTo>
                  <a:cubicBezTo>
                    <a:pt x="40456" y="11702"/>
                    <a:pt x="42016" y="11589"/>
                    <a:pt x="43589" y="11300"/>
                  </a:cubicBezTo>
                  <a:cubicBezTo>
                    <a:pt x="47614" y="10561"/>
                    <a:pt x="50662" y="9418"/>
                    <a:pt x="53757" y="7668"/>
                  </a:cubicBezTo>
                  <a:cubicBezTo>
                    <a:pt x="55400" y="6738"/>
                    <a:pt x="56206" y="5837"/>
                    <a:pt x="58427" y="5837"/>
                  </a:cubicBezTo>
                  <a:cubicBezTo>
                    <a:pt x="58621" y="5837"/>
                    <a:pt x="58826" y="5844"/>
                    <a:pt x="59044" y="5859"/>
                  </a:cubicBezTo>
                  <a:cubicBezTo>
                    <a:pt x="61259" y="5989"/>
                    <a:pt x="63626" y="6786"/>
                    <a:pt x="65932" y="6786"/>
                  </a:cubicBezTo>
                  <a:cubicBezTo>
                    <a:pt x="66365" y="6786"/>
                    <a:pt x="66796" y="6758"/>
                    <a:pt x="67223" y="6692"/>
                  </a:cubicBezTo>
                  <a:cubicBezTo>
                    <a:pt x="67319" y="6668"/>
                    <a:pt x="67390" y="6656"/>
                    <a:pt x="67461" y="6644"/>
                  </a:cubicBezTo>
                  <a:lnTo>
                    <a:pt x="67461" y="1537"/>
                  </a:lnTo>
                  <a:cubicBezTo>
                    <a:pt x="65818" y="679"/>
                    <a:pt x="63342" y="108"/>
                    <a:pt x="61615" y="24"/>
                  </a:cubicBezTo>
                  <a:cubicBezTo>
                    <a:pt x="61304" y="9"/>
                    <a:pt x="60992" y="1"/>
                    <a:pt x="60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6"/>
            <p:cNvSpPr/>
            <p:nvPr/>
          </p:nvSpPr>
          <p:spPr>
            <a:xfrm>
              <a:off x="1959100" y="3762634"/>
              <a:ext cx="7184843" cy="1380680"/>
            </a:xfrm>
            <a:custGeom>
              <a:avLst/>
              <a:gdLst/>
              <a:ahLst/>
              <a:cxnLst/>
              <a:rect l="l" t="t" r="r" b="b"/>
              <a:pathLst>
                <a:path w="61961" h="11915" extrusionOk="0">
                  <a:moveTo>
                    <a:pt x="55567" y="0"/>
                  </a:moveTo>
                  <a:cubicBezTo>
                    <a:pt x="53497" y="0"/>
                    <a:pt x="51436" y="341"/>
                    <a:pt x="49768" y="1175"/>
                  </a:cubicBezTo>
                  <a:cubicBezTo>
                    <a:pt x="45327" y="3366"/>
                    <a:pt x="40660" y="6462"/>
                    <a:pt x="34695" y="7045"/>
                  </a:cubicBezTo>
                  <a:cubicBezTo>
                    <a:pt x="33954" y="7117"/>
                    <a:pt x="33243" y="7147"/>
                    <a:pt x="32548" y="7147"/>
                  </a:cubicBezTo>
                  <a:cubicBezTo>
                    <a:pt x="30262" y="7147"/>
                    <a:pt x="28160" y="6821"/>
                    <a:pt x="25813" y="6593"/>
                  </a:cubicBezTo>
                  <a:cubicBezTo>
                    <a:pt x="23483" y="6367"/>
                    <a:pt x="21275" y="6203"/>
                    <a:pt x="19037" y="6203"/>
                  </a:cubicBezTo>
                  <a:cubicBezTo>
                    <a:pt x="17387" y="6203"/>
                    <a:pt x="15721" y="6292"/>
                    <a:pt x="13978" y="6509"/>
                  </a:cubicBezTo>
                  <a:cubicBezTo>
                    <a:pt x="9930" y="6997"/>
                    <a:pt x="6858" y="7843"/>
                    <a:pt x="3965" y="9593"/>
                  </a:cubicBezTo>
                  <a:cubicBezTo>
                    <a:pt x="2679" y="10355"/>
                    <a:pt x="1381" y="11177"/>
                    <a:pt x="0" y="11915"/>
                  </a:cubicBezTo>
                  <a:lnTo>
                    <a:pt x="9501" y="11915"/>
                  </a:lnTo>
                  <a:cubicBezTo>
                    <a:pt x="10883" y="11224"/>
                    <a:pt x="12371" y="10617"/>
                    <a:pt x="13943" y="10438"/>
                  </a:cubicBezTo>
                  <a:cubicBezTo>
                    <a:pt x="15011" y="10314"/>
                    <a:pt x="16075" y="10261"/>
                    <a:pt x="17134" y="10261"/>
                  </a:cubicBezTo>
                  <a:cubicBezTo>
                    <a:pt x="22714" y="10261"/>
                    <a:pt x="28178" y="11717"/>
                    <a:pt x="33760" y="11717"/>
                  </a:cubicBezTo>
                  <a:cubicBezTo>
                    <a:pt x="35307" y="11717"/>
                    <a:pt x="36863" y="11605"/>
                    <a:pt x="38434" y="11319"/>
                  </a:cubicBezTo>
                  <a:cubicBezTo>
                    <a:pt x="42446" y="10569"/>
                    <a:pt x="45494" y="9438"/>
                    <a:pt x="48590" y="7688"/>
                  </a:cubicBezTo>
                  <a:cubicBezTo>
                    <a:pt x="50233" y="6757"/>
                    <a:pt x="51050" y="5845"/>
                    <a:pt x="53268" y="5845"/>
                  </a:cubicBezTo>
                  <a:cubicBezTo>
                    <a:pt x="53459" y="5845"/>
                    <a:pt x="53662" y="5852"/>
                    <a:pt x="53876" y="5866"/>
                  </a:cubicBezTo>
                  <a:cubicBezTo>
                    <a:pt x="56081" y="6008"/>
                    <a:pt x="58431" y="6794"/>
                    <a:pt x="60738" y="6794"/>
                  </a:cubicBezTo>
                  <a:cubicBezTo>
                    <a:pt x="61148" y="6794"/>
                    <a:pt x="61555" y="6769"/>
                    <a:pt x="61960" y="6712"/>
                  </a:cubicBezTo>
                  <a:lnTo>
                    <a:pt x="61960" y="1354"/>
                  </a:lnTo>
                  <a:cubicBezTo>
                    <a:pt x="60341" y="604"/>
                    <a:pt x="58055" y="92"/>
                    <a:pt x="56448" y="20"/>
                  </a:cubicBezTo>
                  <a:cubicBezTo>
                    <a:pt x="56155" y="7"/>
                    <a:pt x="55860" y="0"/>
                    <a:pt x="55567" y="0"/>
                  </a:cubicBezTo>
                  <a:close/>
                </a:path>
              </a:pathLst>
            </a:custGeom>
            <a:solidFill>
              <a:srgbClr val="AED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6"/>
            <p:cNvSpPr/>
            <p:nvPr/>
          </p:nvSpPr>
          <p:spPr>
            <a:xfrm>
              <a:off x="2884115" y="4152442"/>
              <a:ext cx="6259850" cy="986813"/>
            </a:xfrm>
            <a:custGeom>
              <a:avLst/>
              <a:gdLst/>
              <a:ahLst/>
              <a:cxnLst/>
              <a:rect l="l" t="t" r="r" b="b"/>
              <a:pathLst>
                <a:path w="53984" h="8516" extrusionOk="0">
                  <a:moveTo>
                    <a:pt x="46657" y="1"/>
                  </a:moveTo>
                  <a:cubicBezTo>
                    <a:pt x="46074" y="1"/>
                    <a:pt x="45488" y="51"/>
                    <a:pt x="44899" y="169"/>
                  </a:cubicBezTo>
                  <a:cubicBezTo>
                    <a:pt x="43542" y="431"/>
                    <a:pt x="42387" y="1407"/>
                    <a:pt x="41470" y="2038"/>
                  </a:cubicBezTo>
                  <a:cubicBezTo>
                    <a:pt x="39232" y="3574"/>
                    <a:pt x="37029" y="4872"/>
                    <a:pt x="33612" y="5336"/>
                  </a:cubicBezTo>
                  <a:cubicBezTo>
                    <a:pt x="32989" y="5416"/>
                    <a:pt x="32472" y="5460"/>
                    <a:pt x="31980" y="5460"/>
                  </a:cubicBezTo>
                  <a:cubicBezTo>
                    <a:pt x="31371" y="5460"/>
                    <a:pt x="30802" y="5392"/>
                    <a:pt x="30123" y="5241"/>
                  </a:cubicBezTo>
                  <a:cubicBezTo>
                    <a:pt x="29750" y="5162"/>
                    <a:pt x="28846" y="5072"/>
                    <a:pt x="27839" y="5072"/>
                  </a:cubicBezTo>
                  <a:cubicBezTo>
                    <a:pt x="26724" y="5072"/>
                    <a:pt x="25482" y="5182"/>
                    <a:pt x="24694" y="5538"/>
                  </a:cubicBezTo>
                  <a:cubicBezTo>
                    <a:pt x="23539" y="6071"/>
                    <a:pt x="22016" y="6265"/>
                    <a:pt x="20469" y="6265"/>
                  </a:cubicBezTo>
                  <a:cubicBezTo>
                    <a:pt x="19146" y="6265"/>
                    <a:pt x="17804" y="6123"/>
                    <a:pt x="16657" y="5931"/>
                  </a:cubicBezTo>
                  <a:cubicBezTo>
                    <a:pt x="14636" y="5589"/>
                    <a:pt x="12849" y="5387"/>
                    <a:pt x="11110" y="5387"/>
                  </a:cubicBezTo>
                  <a:cubicBezTo>
                    <a:pt x="8793" y="5387"/>
                    <a:pt x="6562" y="5746"/>
                    <a:pt x="3977" y="6610"/>
                  </a:cubicBezTo>
                  <a:cubicBezTo>
                    <a:pt x="2417" y="7134"/>
                    <a:pt x="1179" y="7801"/>
                    <a:pt x="0" y="8515"/>
                  </a:cubicBezTo>
                  <a:lnTo>
                    <a:pt x="53983" y="8515"/>
                  </a:lnTo>
                  <a:lnTo>
                    <a:pt x="53983" y="1574"/>
                  </a:lnTo>
                  <a:cubicBezTo>
                    <a:pt x="51696" y="973"/>
                    <a:pt x="49211" y="1"/>
                    <a:pt x="466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6"/>
            <p:cNvSpPr/>
            <p:nvPr/>
          </p:nvSpPr>
          <p:spPr>
            <a:xfrm>
              <a:off x="7046743" y="4629040"/>
              <a:ext cx="2097323" cy="511483"/>
            </a:xfrm>
            <a:custGeom>
              <a:avLst/>
              <a:gdLst/>
              <a:ahLst/>
              <a:cxnLst/>
              <a:rect l="l" t="t" r="r" b="b"/>
              <a:pathLst>
                <a:path w="18087" h="4414" extrusionOk="0">
                  <a:moveTo>
                    <a:pt x="9433" y="1"/>
                  </a:moveTo>
                  <a:cubicBezTo>
                    <a:pt x="8856" y="1"/>
                    <a:pt x="8275" y="50"/>
                    <a:pt x="7692" y="163"/>
                  </a:cubicBezTo>
                  <a:cubicBezTo>
                    <a:pt x="6323" y="425"/>
                    <a:pt x="5180" y="1402"/>
                    <a:pt x="4263" y="2033"/>
                  </a:cubicBezTo>
                  <a:cubicBezTo>
                    <a:pt x="2918" y="2961"/>
                    <a:pt x="1584" y="3795"/>
                    <a:pt x="1" y="4414"/>
                  </a:cubicBezTo>
                  <a:lnTo>
                    <a:pt x="18086" y="4414"/>
                  </a:lnTo>
                  <a:lnTo>
                    <a:pt x="18086" y="4402"/>
                  </a:lnTo>
                  <a:lnTo>
                    <a:pt x="18086" y="1878"/>
                  </a:lnTo>
                  <a:cubicBezTo>
                    <a:pt x="15443" y="1377"/>
                    <a:pt x="12488" y="1"/>
                    <a:pt x="9433" y="1"/>
                  </a:cubicBezTo>
                  <a:close/>
                </a:path>
              </a:pathLst>
            </a:custGeom>
            <a:solidFill>
              <a:srgbClr val="67B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400" y="445025"/>
            <a:ext cx="7717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8" r:id="rId5"/>
    <p:sldLayoutId id="2147483659" r:id="rId6"/>
    <p:sldLayoutId id="2147483683" r:id="rId7"/>
    <p:sldLayoutId id="2147483684" r:id="rId8"/>
    <p:sldLayoutId id="2147483691" r:id="rId9"/>
    <p:sldLayoutId id="214748369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49"/>
          <p:cNvSpPr txBox="1">
            <a:spLocks noGrp="1"/>
          </p:cNvSpPr>
          <p:nvPr>
            <p:ph type="title" idx="2"/>
          </p:nvPr>
        </p:nvSpPr>
        <p:spPr>
          <a:xfrm>
            <a:off x="1406750" y="2428264"/>
            <a:ext cx="6327600" cy="8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</a:t>
            </a:r>
            <a:r>
              <a:rPr lang="en" dirty="0"/>
              <a:t>y Double Bs</a:t>
            </a:r>
            <a:endParaRPr dirty="0"/>
          </a:p>
        </p:txBody>
      </p:sp>
      <p:sp>
        <p:nvSpPr>
          <p:cNvPr id="2088" name="Google Shape;2088;p49"/>
          <p:cNvSpPr/>
          <p:nvPr/>
        </p:nvSpPr>
        <p:spPr>
          <a:xfrm>
            <a:off x="9045865" y="5122606"/>
            <a:ext cx="119131" cy="16736"/>
          </a:xfrm>
          <a:custGeom>
            <a:avLst/>
            <a:gdLst/>
            <a:ahLst/>
            <a:cxnLst/>
            <a:rect l="l" t="t" r="r" b="b"/>
            <a:pathLst>
              <a:path w="1025" h="144" extrusionOk="0">
                <a:moveTo>
                  <a:pt x="1024" y="0"/>
                </a:moveTo>
                <a:cubicBezTo>
                  <a:pt x="679" y="24"/>
                  <a:pt x="334" y="72"/>
                  <a:pt x="0" y="143"/>
                </a:cubicBezTo>
                <a:lnTo>
                  <a:pt x="1024" y="143"/>
                </a:lnTo>
                <a:lnTo>
                  <a:pt x="1024" y="0"/>
                </a:lnTo>
                <a:close/>
              </a:path>
            </a:pathLst>
          </a:custGeom>
          <a:solidFill>
            <a:srgbClr val="00BF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9" name="Google Shape;2089;p49"/>
          <p:cNvSpPr txBox="1">
            <a:spLocks noGrp="1"/>
          </p:cNvSpPr>
          <p:nvPr>
            <p:ph type="ctrTitle"/>
          </p:nvPr>
        </p:nvSpPr>
        <p:spPr>
          <a:xfrm>
            <a:off x="1409449" y="1046182"/>
            <a:ext cx="6776607" cy="19251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p</a:t>
            </a:r>
            <a:r>
              <a:rPr lang="en" sz="4800" dirty="0"/>
              <a:t>rint(“Hello World!”)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1605040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556D04-8E2D-AABE-841D-35250591F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2889">
            <a:off x="8106077" y="1794276"/>
            <a:ext cx="1300877" cy="1186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E7A86-60AE-C5FF-2842-BE3AD383E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2889">
            <a:off x="41845" y="892626"/>
            <a:ext cx="1300877" cy="11865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C31851-3525-AA0E-4801-0A46AA64A239}"/>
              </a:ext>
            </a:extLst>
          </p:cNvPr>
          <p:cNvSpPr/>
          <p:nvPr/>
        </p:nvSpPr>
        <p:spPr>
          <a:xfrm flipH="1">
            <a:off x="-1" y="4665004"/>
            <a:ext cx="6302827" cy="4784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25F25-4D37-845D-A95E-5278C1E7F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2889">
            <a:off x="4917603" y="4412291"/>
            <a:ext cx="1300877" cy="118657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9CD1D7D-DFC3-C151-94C8-DABFBC86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goal is simple: </a:t>
            </a:r>
            <a:endParaRPr lang="en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37A90A-224C-7517-0D94-1DB0CBCEF9B7}"/>
              </a:ext>
            </a:extLst>
          </p:cNvPr>
          <p:cNvSpPr/>
          <p:nvPr/>
        </p:nvSpPr>
        <p:spPr>
          <a:xfrm flipH="1">
            <a:off x="1845126" y="9279"/>
            <a:ext cx="6302827" cy="4152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336DDF1-CD2C-1E06-EE5A-01DF53FD77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FEEE2545-C6A8-8E07-194D-98AE33B341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E73109-9203-83B0-A0BA-429C62699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12" y="1563725"/>
            <a:ext cx="8734773" cy="1878747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76C618E-F321-E486-6B76-1B0CAD3E6EC9}"/>
              </a:ext>
            </a:extLst>
          </p:cNvPr>
          <p:cNvSpPr/>
          <p:nvPr/>
        </p:nvSpPr>
        <p:spPr>
          <a:xfrm>
            <a:off x="1050477" y="2079169"/>
            <a:ext cx="2536372" cy="12707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pic>
        <p:nvPicPr>
          <p:cNvPr id="2056" name="Picture 8" descr="Shocked Black Guy - Meming Wiki">
            <a:extLst>
              <a:ext uri="{FF2B5EF4-FFF2-40B4-BE49-F238E27FC236}">
                <a16:creationId xmlns:a16="http://schemas.microsoft.com/office/drawing/2014/main" id="{0CA3BD85-D642-EBF8-F46F-035F01EAB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324" y="1045423"/>
            <a:ext cx="3937907" cy="366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679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51"/>
          <p:cNvSpPr txBox="1">
            <a:spLocks noGrp="1"/>
          </p:cNvSpPr>
          <p:nvPr>
            <p:ph type="title" idx="21"/>
          </p:nvPr>
        </p:nvSpPr>
        <p:spPr>
          <a:xfrm>
            <a:off x="713099" y="484680"/>
            <a:ext cx="5671371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OVERVIEW OF THE PROCESS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32" name="Google Shape;2232;p51"/>
          <p:cNvSpPr txBox="1">
            <a:spLocks noGrp="1"/>
          </p:cNvSpPr>
          <p:nvPr>
            <p:ph type="title" idx="4"/>
          </p:nvPr>
        </p:nvSpPr>
        <p:spPr>
          <a:xfrm>
            <a:off x="882097" y="1659572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33" name="Google Shape;2233;p51"/>
          <p:cNvSpPr txBox="1">
            <a:spLocks noGrp="1"/>
          </p:cNvSpPr>
          <p:nvPr>
            <p:ph type="title"/>
          </p:nvPr>
        </p:nvSpPr>
        <p:spPr>
          <a:xfrm>
            <a:off x="1651520" y="1699944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 the code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34" name="Google Shape;2234;p51"/>
          <p:cNvSpPr txBox="1">
            <a:spLocks noGrp="1"/>
          </p:cNvSpPr>
          <p:nvPr>
            <p:ph type="subTitle" idx="1"/>
          </p:nvPr>
        </p:nvSpPr>
        <p:spPr>
          <a:xfrm>
            <a:off x="1651512" y="1984078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rint(“Hello World!”)</a:t>
            </a:r>
            <a:endParaRPr dirty="0"/>
          </a:p>
        </p:txBody>
      </p:sp>
      <p:sp>
        <p:nvSpPr>
          <p:cNvPr id="2235" name="Google Shape;2235;p51"/>
          <p:cNvSpPr txBox="1">
            <a:spLocks noGrp="1"/>
          </p:cNvSpPr>
          <p:nvPr>
            <p:ph type="title" idx="2"/>
          </p:nvPr>
        </p:nvSpPr>
        <p:spPr>
          <a:xfrm>
            <a:off x="5529215" y="1699944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Scan QR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36" name="Google Shape;2236;p51"/>
          <p:cNvSpPr txBox="1">
            <a:spLocks noGrp="1"/>
          </p:cNvSpPr>
          <p:nvPr>
            <p:ph type="subTitle" idx="3"/>
          </p:nvPr>
        </p:nvSpPr>
        <p:spPr>
          <a:xfrm>
            <a:off x="5529212" y="1984078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They still think you are a robot.</a:t>
            </a:r>
            <a:endParaRPr dirty="0"/>
          </a:p>
        </p:txBody>
      </p:sp>
      <p:sp>
        <p:nvSpPr>
          <p:cNvPr id="2237" name="Google Shape;2237;p51"/>
          <p:cNvSpPr txBox="1">
            <a:spLocks noGrp="1"/>
          </p:cNvSpPr>
          <p:nvPr>
            <p:ph type="title" idx="5"/>
          </p:nvPr>
        </p:nvSpPr>
        <p:spPr>
          <a:xfrm>
            <a:off x="4763098" y="1659572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38" name="Google Shape;2238;p51"/>
          <p:cNvSpPr txBox="1">
            <a:spLocks noGrp="1"/>
          </p:cNvSpPr>
          <p:nvPr>
            <p:ph type="title" idx="6"/>
          </p:nvPr>
        </p:nvSpPr>
        <p:spPr>
          <a:xfrm>
            <a:off x="1651520" y="2755816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Quick Pokemon Battle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39" name="Google Shape;2239;p51"/>
          <p:cNvSpPr txBox="1">
            <a:spLocks noGrp="1"/>
          </p:cNvSpPr>
          <p:nvPr>
            <p:ph type="subTitle" idx="7"/>
          </p:nvPr>
        </p:nvSpPr>
        <p:spPr>
          <a:xfrm>
            <a:off x="1651512" y="3032551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order to verify your humanity.</a:t>
            </a:r>
            <a:endParaRPr dirty="0"/>
          </a:p>
        </p:txBody>
      </p:sp>
      <p:sp>
        <p:nvSpPr>
          <p:cNvPr id="2240" name="Google Shape;2240;p51"/>
          <p:cNvSpPr txBox="1">
            <a:spLocks noGrp="1"/>
          </p:cNvSpPr>
          <p:nvPr>
            <p:ph type="title" idx="8"/>
          </p:nvPr>
        </p:nvSpPr>
        <p:spPr>
          <a:xfrm>
            <a:off x="882097" y="2711497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41" name="Google Shape;2241;p51"/>
          <p:cNvSpPr txBox="1">
            <a:spLocks noGrp="1"/>
          </p:cNvSpPr>
          <p:nvPr>
            <p:ph type="title" idx="9"/>
          </p:nvPr>
        </p:nvSpPr>
        <p:spPr>
          <a:xfrm>
            <a:off x="5529215" y="2755816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Oh, what’s that?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42" name="Google Shape;2242;p51"/>
          <p:cNvSpPr txBox="1">
            <a:spLocks noGrp="1"/>
          </p:cNvSpPr>
          <p:nvPr>
            <p:ph type="subTitle" idx="13"/>
          </p:nvPr>
        </p:nvSpPr>
        <p:spPr>
          <a:xfrm>
            <a:off x="5529212" y="3032551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Something’s wrong…</a:t>
            </a:r>
            <a:endParaRPr dirty="0"/>
          </a:p>
        </p:txBody>
      </p:sp>
      <p:sp>
        <p:nvSpPr>
          <p:cNvPr id="2243" name="Google Shape;2243;p51"/>
          <p:cNvSpPr txBox="1">
            <a:spLocks noGrp="1"/>
          </p:cNvSpPr>
          <p:nvPr>
            <p:ph type="title" idx="14"/>
          </p:nvPr>
        </p:nvSpPr>
        <p:spPr>
          <a:xfrm>
            <a:off x="4763098" y="2711497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244" name="Google Shape;2244;p51"/>
          <p:cNvSpPr txBox="1">
            <a:spLocks noGrp="1"/>
          </p:cNvSpPr>
          <p:nvPr>
            <p:ph type="title" idx="15"/>
          </p:nvPr>
        </p:nvSpPr>
        <p:spPr>
          <a:xfrm>
            <a:off x="1651520" y="3811687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Convince Them.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45" name="Google Shape;2245;p51"/>
          <p:cNvSpPr txBox="1">
            <a:spLocks noGrp="1"/>
          </p:cNvSpPr>
          <p:nvPr>
            <p:ph type="subTitle" idx="16"/>
          </p:nvPr>
        </p:nvSpPr>
        <p:spPr>
          <a:xfrm>
            <a:off x="1651512" y="4081024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They do not believe you.</a:t>
            </a:r>
            <a:endParaRPr dirty="0"/>
          </a:p>
        </p:txBody>
      </p:sp>
      <p:sp>
        <p:nvSpPr>
          <p:cNvPr id="2246" name="Google Shape;2246;p51"/>
          <p:cNvSpPr txBox="1">
            <a:spLocks noGrp="1"/>
          </p:cNvSpPr>
          <p:nvPr>
            <p:ph type="title" idx="17"/>
          </p:nvPr>
        </p:nvSpPr>
        <p:spPr>
          <a:xfrm>
            <a:off x="882097" y="3753261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247" name="Google Shape;2247;p51"/>
          <p:cNvSpPr txBox="1">
            <a:spLocks noGrp="1"/>
          </p:cNvSpPr>
          <p:nvPr>
            <p:ph type="title" idx="18"/>
          </p:nvPr>
        </p:nvSpPr>
        <p:spPr>
          <a:xfrm>
            <a:off x="5529215" y="3811687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Purified Windows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48" name="Google Shape;2248;p51"/>
          <p:cNvSpPr txBox="1">
            <a:spLocks noGrp="1"/>
          </p:cNvSpPr>
          <p:nvPr>
            <p:ph type="subTitle" idx="19"/>
          </p:nvPr>
        </p:nvSpPr>
        <p:spPr>
          <a:xfrm>
            <a:off x="5529212" y="4081024"/>
            <a:ext cx="27327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DOOM has saved us yet again!</a:t>
            </a:r>
            <a:endParaRPr dirty="0"/>
          </a:p>
        </p:txBody>
      </p:sp>
      <p:sp>
        <p:nvSpPr>
          <p:cNvPr id="2249" name="Google Shape;2249;p51"/>
          <p:cNvSpPr txBox="1">
            <a:spLocks noGrp="1"/>
          </p:cNvSpPr>
          <p:nvPr>
            <p:ph type="title" idx="20"/>
          </p:nvPr>
        </p:nvSpPr>
        <p:spPr>
          <a:xfrm>
            <a:off x="4763098" y="3753261"/>
            <a:ext cx="797400" cy="6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2250" name="Google Shape;2250;p51"/>
          <p:cNvGrpSpPr/>
          <p:nvPr/>
        </p:nvGrpSpPr>
        <p:grpSpPr>
          <a:xfrm>
            <a:off x="7832500" y="787225"/>
            <a:ext cx="1043400" cy="1043400"/>
            <a:chOff x="7938325" y="787225"/>
            <a:chExt cx="1043400" cy="1043400"/>
          </a:xfrm>
        </p:grpSpPr>
        <p:sp>
          <p:nvSpPr>
            <p:cNvPr id="2251" name="Google Shape;2251;p51"/>
            <p:cNvSpPr/>
            <p:nvPr/>
          </p:nvSpPr>
          <p:spPr>
            <a:xfrm>
              <a:off x="7938325" y="787225"/>
              <a:ext cx="1043400" cy="104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dist="47625" dir="7620000" algn="bl" rotWithShape="0">
                <a:srgbClr val="000000">
                  <a:alpha val="1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52" name="Google Shape;2252;p51"/>
            <p:cNvGrpSpPr/>
            <p:nvPr/>
          </p:nvGrpSpPr>
          <p:grpSpPr>
            <a:xfrm>
              <a:off x="8143618" y="851220"/>
              <a:ext cx="632814" cy="871904"/>
              <a:chOff x="6751974" y="-1033589"/>
              <a:chExt cx="551232" cy="759498"/>
            </a:xfrm>
          </p:grpSpPr>
          <p:sp>
            <p:nvSpPr>
              <p:cNvPr id="2253" name="Google Shape;2253;p51"/>
              <p:cNvSpPr/>
              <p:nvPr/>
            </p:nvSpPr>
            <p:spPr>
              <a:xfrm rot="-866493">
                <a:off x="7094834" y="-527429"/>
                <a:ext cx="113053" cy="243081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8220" extrusionOk="0">
                    <a:moveTo>
                      <a:pt x="2334" y="0"/>
                    </a:moveTo>
                    <a:cubicBezTo>
                      <a:pt x="1608" y="238"/>
                      <a:pt x="774" y="417"/>
                      <a:pt x="0" y="441"/>
                    </a:cubicBezTo>
                    <a:cubicBezTo>
                      <a:pt x="60" y="1226"/>
                      <a:pt x="131" y="2012"/>
                      <a:pt x="227" y="2786"/>
                    </a:cubicBezTo>
                    <a:cubicBezTo>
                      <a:pt x="393" y="4143"/>
                      <a:pt x="608" y="5477"/>
                      <a:pt x="905" y="6822"/>
                    </a:cubicBezTo>
                    <a:cubicBezTo>
                      <a:pt x="1001" y="7227"/>
                      <a:pt x="1108" y="7656"/>
                      <a:pt x="1405" y="7942"/>
                    </a:cubicBezTo>
                    <a:cubicBezTo>
                      <a:pt x="1614" y="8133"/>
                      <a:pt x="1891" y="8220"/>
                      <a:pt x="2176" y="8220"/>
                    </a:cubicBezTo>
                    <a:cubicBezTo>
                      <a:pt x="2474" y="8220"/>
                      <a:pt x="2781" y="8124"/>
                      <a:pt x="3025" y="7953"/>
                    </a:cubicBezTo>
                    <a:cubicBezTo>
                      <a:pt x="3501" y="7596"/>
                      <a:pt x="3739" y="7001"/>
                      <a:pt x="3763" y="6429"/>
                    </a:cubicBezTo>
                    <a:cubicBezTo>
                      <a:pt x="3822" y="5858"/>
                      <a:pt x="3703" y="5275"/>
                      <a:pt x="3584" y="4691"/>
                    </a:cubicBezTo>
                    <a:cubicBezTo>
                      <a:pt x="3334" y="3441"/>
                      <a:pt x="3036" y="2191"/>
                      <a:pt x="2667" y="988"/>
                    </a:cubicBezTo>
                    <a:cubicBezTo>
                      <a:pt x="2560" y="655"/>
                      <a:pt x="2453" y="333"/>
                      <a:pt x="23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51"/>
              <p:cNvSpPr/>
              <p:nvPr/>
            </p:nvSpPr>
            <p:spPr>
              <a:xfrm rot="-866493">
                <a:off x="7075245" y="-521020"/>
                <a:ext cx="79253" cy="82417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2787" extrusionOk="0">
                    <a:moveTo>
                      <a:pt x="2334" y="0"/>
                    </a:moveTo>
                    <a:cubicBezTo>
                      <a:pt x="1608" y="238"/>
                      <a:pt x="774" y="417"/>
                      <a:pt x="0" y="429"/>
                    </a:cubicBezTo>
                    <a:cubicBezTo>
                      <a:pt x="60" y="1227"/>
                      <a:pt x="131" y="2012"/>
                      <a:pt x="227" y="2786"/>
                    </a:cubicBezTo>
                    <a:cubicBezTo>
                      <a:pt x="405" y="2691"/>
                      <a:pt x="572" y="2572"/>
                      <a:pt x="703" y="2477"/>
                    </a:cubicBezTo>
                    <a:cubicBezTo>
                      <a:pt x="1370" y="1977"/>
                      <a:pt x="2024" y="1488"/>
                      <a:pt x="2679" y="988"/>
                    </a:cubicBezTo>
                    <a:cubicBezTo>
                      <a:pt x="2572" y="655"/>
                      <a:pt x="2477" y="334"/>
                      <a:pt x="2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51"/>
              <p:cNvSpPr/>
              <p:nvPr/>
            </p:nvSpPr>
            <p:spPr>
              <a:xfrm rot="-866493">
                <a:off x="6813327" y="-988785"/>
                <a:ext cx="428526" cy="546311"/>
              </a:xfrm>
              <a:custGeom>
                <a:avLst/>
                <a:gdLst/>
                <a:ahLst/>
                <a:cxnLst/>
                <a:rect l="l" t="t" r="r" b="b"/>
                <a:pathLst>
                  <a:path w="14491" h="18474" extrusionOk="0">
                    <a:moveTo>
                      <a:pt x="5744" y="0"/>
                    </a:moveTo>
                    <a:cubicBezTo>
                      <a:pt x="5454" y="0"/>
                      <a:pt x="5156" y="21"/>
                      <a:pt x="4847" y="62"/>
                    </a:cubicBezTo>
                    <a:cubicBezTo>
                      <a:pt x="715" y="645"/>
                      <a:pt x="1" y="6075"/>
                      <a:pt x="215" y="10932"/>
                    </a:cubicBezTo>
                    <a:cubicBezTo>
                      <a:pt x="227" y="11337"/>
                      <a:pt x="263" y="11730"/>
                      <a:pt x="286" y="12123"/>
                    </a:cubicBezTo>
                    <a:cubicBezTo>
                      <a:pt x="298" y="12492"/>
                      <a:pt x="346" y="12849"/>
                      <a:pt x="382" y="13207"/>
                    </a:cubicBezTo>
                    <a:cubicBezTo>
                      <a:pt x="441" y="13790"/>
                      <a:pt x="501" y="14338"/>
                      <a:pt x="572" y="14862"/>
                    </a:cubicBezTo>
                    <a:cubicBezTo>
                      <a:pt x="644" y="15421"/>
                      <a:pt x="715" y="15945"/>
                      <a:pt x="798" y="16421"/>
                    </a:cubicBezTo>
                    <a:cubicBezTo>
                      <a:pt x="834" y="16719"/>
                      <a:pt x="882" y="16981"/>
                      <a:pt x="929" y="17243"/>
                    </a:cubicBezTo>
                    <a:cubicBezTo>
                      <a:pt x="1059" y="17966"/>
                      <a:pt x="1697" y="18474"/>
                      <a:pt x="2427" y="18474"/>
                    </a:cubicBezTo>
                    <a:cubicBezTo>
                      <a:pt x="2503" y="18474"/>
                      <a:pt x="2579" y="18468"/>
                      <a:pt x="2656" y="18457"/>
                    </a:cubicBezTo>
                    <a:lnTo>
                      <a:pt x="13026" y="16838"/>
                    </a:lnTo>
                    <a:lnTo>
                      <a:pt x="13145" y="16826"/>
                    </a:lnTo>
                    <a:cubicBezTo>
                      <a:pt x="13931" y="16707"/>
                      <a:pt x="14491" y="16005"/>
                      <a:pt x="14443" y="15231"/>
                    </a:cubicBezTo>
                    <a:cubicBezTo>
                      <a:pt x="14383" y="14457"/>
                      <a:pt x="14288" y="13433"/>
                      <a:pt x="14110" y="12266"/>
                    </a:cubicBezTo>
                    <a:cubicBezTo>
                      <a:pt x="14098" y="12195"/>
                      <a:pt x="14098" y="12135"/>
                      <a:pt x="14086" y="12064"/>
                    </a:cubicBezTo>
                    <a:cubicBezTo>
                      <a:pt x="14062" y="12004"/>
                      <a:pt x="14062" y="11921"/>
                      <a:pt x="14050" y="11861"/>
                    </a:cubicBezTo>
                    <a:cubicBezTo>
                      <a:pt x="13931" y="11111"/>
                      <a:pt x="13788" y="10290"/>
                      <a:pt x="13598" y="9468"/>
                    </a:cubicBezTo>
                    <a:cubicBezTo>
                      <a:pt x="13324" y="8313"/>
                      <a:pt x="12979" y="7122"/>
                      <a:pt x="12538" y="5991"/>
                    </a:cubicBezTo>
                    <a:cubicBezTo>
                      <a:pt x="11431" y="3158"/>
                      <a:pt x="9728" y="741"/>
                      <a:pt x="7061" y="145"/>
                    </a:cubicBezTo>
                    <a:cubicBezTo>
                      <a:pt x="6638" y="51"/>
                      <a:pt x="6202" y="0"/>
                      <a:pt x="57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51"/>
              <p:cNvSpPr/>
              <p:nvPr/>
            </p:nvSpPr>
            <p:spPr>
              <a:xfrm rot="-866493">
                <a:off x="6788364" y="-979547"/>
                <a:ext cx="369708" cy="332891"/>
              </a:xfrm>
              <a:custGeom>
                <a:avLst/>
                <a:gdLst/>
                <a:ahLst/>
                <a:cxnLst/>
                <a:rect l="l" t="t" r="r" b="b"/>
                <a:pathLst>
                  <a:path w="12502" h="11257" extrusionOk="0">
                    <a:moveTo>
                      <a:pt x="5698" y="0"/>
                    </a:moveTo>
                    <a:cubicBezTo>
                      <a:pt x="5419" y="0"/>
                      <a:pt x="5131" y="19"/>
                      <a:pt x="4834" y="56"/>
                    </a:cubicBezTo>
                    <a:cubicBezTo>
                      <a:pt x="715" y="640"/>
                      <a:pt x="0" y="6069"/>
                      <a:pt x="203" y="10927"/>
                    </a:cubicBezTo>
                    <a:cubicBezTo>
                      <a:pt x="508" y="11130"/>
                      <a:pt x="874" y="11249"/>
                      <a:pt x="1235" y="11249"/>
                    </a:cubicBezTo>
                    <a:cubicBezTo>
                      <a:pt x="1381" y="11249"/>
                      <a:pt x="1527" y="11230"/>
                      <a:pt x="1667" y="11189"/>
                    </a:cubicBezTo>
                    <a:cubicBezTo>
                      <a:pt x="2417" y="10998"/>
                      <a:pt x="2929" y="10272"/>
                      <a:pt x="3227" y="9522"/>
                    </a:cubicBezTo>
                    <a:cubicBezTo>
                      <a:pt x="3358" y="9200"/>
                      <a:pt x="3465" y="8843"/>
                      <a:pt x="3679" y="8558"/>
                    </a:cubicBezTo>
                    <a:cubicBezTo>
                      <a:pt x="3867" y="8293"/>
                      <a:pt x="4177" y="8089"/>
                      <a:pt x="4506" y="8089"/>
                    </a:cubicBezTo>
                    <a:cubicBezTo>
                      <a:pt x="4532" y="8089"/>
                      <a:pt x="4558" y="8091"/>
                      <a:pt x="4584" y="8093"/>
                    </a:cubicBezTo>
                    <a:cubicBezTo>
                      <a:pt x="4906" y="8141"/>
                      <a:pt x="5168" y="8391"/>
                      <a:pt x="5311" y="8688"/>
                    </a:cubicBezTo>
                    <a:cubicBezTo>
                      <a:pt x="5465" y="8986"/>
                      <a:pt x="5525" y="9308"/>
                      <a:pt x="5644" y="9617"/>
                    </a:cubicBezTo>
                    <a:cubicBezTo>
                      <a:pt x="5959" y="10506"/>
                      <a:pt x="6784" y="11256"/>
                      <a:pt x="7717" y="11256"/>
                    </a:cubicBezTo>
                    <a:cubicBezTo>
                      <a:pt x="7772" y="11256"/>
                      <a:pt x="7827" y="11254"/>
                      <a:pt x="7882" y="11248"/>
                    </a:cubicBezTo>
                    <a:cubicBezTo>
                      <a:pt x="8942" y="11153"/>
                      <a:pt x="9716" y="10046"/>
                      <a:pt x="9704" y="8974"/>
                    </a:cubicBezTo>
                    <a:cubicBezTo>
                      <a:pt x="9680" y="8569"/>
                      <a:pt x="9597" y="8188"/>
                      <a:pt x="9561" y="7784"/>
                    </a:cubicBezTo>
                    <a:cubicBezTo>
                      <a:pt x="9537" y="7379"/>
                      <a:pt x="9561" y="6962"/>
                      <a:pt x="9775" y="6629"/>
                    </a:cubicBezTo>
                    <a:cubicBezTo>
                      <a:pt x="9948" y="6351"/>
                      <a:pt x="10266" y="6151"/>
                      <a:pt x="10576" y="6151"/>
                    </a:cubicBezTo>
                    <a:cubicBezTo>
                      <a:pt x="10652" y="6151"/>
                      <a:pt x="10727" y="6162"/>
                      <a:pt x="10799" y="6188"/>
                    </a:cubicBezTo>
                    <a:cubicBezTo>
                      <a:pt x="11014" y="6283"/>
                      <a:pt x="11180" y="6450"/>
                      <a:pt x="11383" y="6522"/>
                    </a:cubicBezTo>
                    <a:cubicBezTo>
                      <a:pt x="11460" y="6550"/>
                      <a:pt x="11538" y="6563"/>
                      <a:pt x="11616" y="6563"/>
                    </a:cubicBezTo>
                    <a:cubicBezTo>
                      <a:pt x="11954" y="6563"/>
                      <a:pt x="12279" y="6312"/>
                      <a:pt x="12502" y="6021"/>
                    </a:cubicBezTo>
                    <a:cubicBezTo>
                      <a:pt x="11225" y="2741"/>
                      <a:pt x="9114" y="0"/>
                      <a:pt x="5698" y="0"/>
                    </a:cubicBezTo>
                    <a:close/>
                  </a:path>
                </a:pathLst>
              </a:custGeom>
              <a:solidFill>
                <a:srgbClr val="FFE7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51"/>
              <p:cNvSpPr/>
              <p:nvPr/>
            </p:nvSpPr>
            <p:spPr>
              <a:xfrm rot="-866493">
                <a:off x="6874834" y="-863995"/>
                <a:ext cx="20109" cy="3548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200" extrusionOk="0">
                    <a:moveTo>
                      <a:pt x="395" y="1"/>
                    </a:moveTo>
                    <a:cubicBezTo>
                      <a:pt x="259" y="1"/>
                      <a:pt x="119" y="104"/>
                      <a:pt x="108" y="240"/>
                    </a:cubicBezTo>
                    <a:lnTo>
                      <a:pt x="24" y="883"/>
                    </a:lnTo>
                    <a:cubicBezTo>
                      <a:pt x="0" y="1038"/>
                      <a:pt x="108" y="1180"/>
                      <a:pt x="262" y="1192"/>
                    </a:cubicBezTo>
                    <a:cubicBezTo>
                      <a:pt x="281" y="1197"/>
                      <a:pt x="300" y="1199"/>
                      <a:pt x="318" y="1199"/>
                    </a:cubicBezTo>
                    <a:cubicBezTo>
                      <a:pt x="443" y="1199"/>
                      <a:pt x="562" y="1099"/>
                      <a:pt x="572" y="954"/>
                    </a:cubicBezTo>
                    <a:lnTo>
                      <a:pt x="655" y="323"/>
                    </a:lnTo>
                    <a:cubicBezTo>
                      <a:pt x="679" y="168"/>
                      <a:pt x="572" y="26"/>
                      <a:pt x="417" y="2"/>
                    </a:cubicBezTo>
                    <a:cubicBezTo>
                      <a:pt x="410" y="1"/>
                      <a:pt x="403" y="1"/>
                      <a:pt x="395" y="1"/>
                    </a:cubicBezTo>
                    <a:close/>
                  </a:path>
                </a:pathLst>
              </a:custGeom>
              <a:solidFill>
                <a:srgbClr val="FFBD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51"/>
              <p:cNvSpPr/>
              <p:nvPr/>
            </p:nvSpPr>
            <p:spPr>
              <a:xfrm rot="-866493">
                <a:off x="7054526" y="-892650"/>
                <a:ext cx="34156" cy="2661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900" extrusionOk="0">
                    <a:moveTo>
                      <a:pt x="312" y="1"/>
                    </a:moveTo>
                    <a:cubicBezTo>
                      <a:pt x="228" y="1"/>
                      <a:pt x="144" y="47"/>
                      <a:pt x="83" y="123"/>
                    </a:cubicBezTo>
                    <a:cubicBezTo>
                      <a:pt x="0" y="242"/>
                      <a:pt x="36" y="408"/>
                      <a:pt x="155" y="492"/>
                    </a:cubicBezTo>
                    <a:lnTo>
                      <a:pt x="691" y="849"/>
                    </a:lnTo>
                    <a:cubicBezTo>
                      <a:pt x="734" y="884"/>
                      <a:pt x="784" y="900"/>
                      <a:pt x="835" y="900"/>
                    </a:cubicBezTo>
                    <a:cubicBezTo>
                      <a:pt x="922" y="900"/>
                      <a:pt x="1011" y="853"/>
                      <a:pt x="1072" y="778"/>
                    </a:cubicBezTo>
                    <a:cubicBezTo>
                      <a:pt x="1155" y="658"/>
                      <a:pt x="1131" y="480"/>
                      <a:pt x="988" y="408"/>
                    </a:cubicBezTo>
                    <a:lnTo>
                      <a:pt x="452" y="51"/>
                    </a:lnTo>
                    <a:cubicBezTo>
                      <a:pt x="409" y="16"/>
                      <a:pt x="360" y="1"/>
                      <a:pt x="312" y="1"/>
                    </a:cubicBezTo>
                    <a:close/>
                  </a:path>
                </a:pathLst>
              </a:custGeom>
              <a:solidFill>
                <a:srgbClr val="FFBD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51"/>
              <p:cNvSpPr/>
              <p:nvPr/>
            </p:nvSpPr>
            <p:spPr>
              <a:xfrm rot="-866493">
                <a:off x="6971809" y="-807458"/>
                <a:ext cx="30311" cy="30370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27" extrusionOk="0">
                    <a:moveTo>
                      <a:pt x="293" y="0"/>
                    </a:moveTo>
                    <a:cubicBezTo>
                      <a:pt x="233" y="0"/>
                      <a:pt x="171" y="19"/>
                      <a:pt x="119" y="61"/>
                    </a:cubicBezTo>
                    <a:cubicBezTo>
                      <a:pt x="12" y="168"/>
                      <a:pt x="0" y="323"/>
                      <a:pt x="83" y="442"/>
                    </a:cubicBezTo>
                    <a:lnTo>
                      <a:pt x="500" y="942"/>
                    </a:lnTo>
                    <a:cubicBezTo>
                      <a:pt x="560" y="995"/>
                      <a:pt x="639" y="1026"/>
                      <a:pt x="718" y="1026"/>
                    </a:cubicBezTo>
                    <a:cubicBezTo>
                      <a:pt x="780" y="1026"/>
                      <a:pt x="841" y="1007"/>
                      <a:pt x="893" y="966"/>
                    </a:cubicBezTo>
                    <a:cubicBezTo>
                      <a:pt x="1012" y="859"/>
                      <a:pt x="1024" y="704"/>
                      <a:pt x="917" y="585"/>
                    </a:cubicBezTo>
                    <a:lnTo>
                      <a:pt x="500" y="85"/>
                    </a:lnTo>
                    <a:cubicBezTo>
                      <a:pt x="447" y="31"/>
                      <a:pt x="371" y="0"/>
                      <a:pt x="293" y="0"/>
                    </a:cubicBezTo>
                    <a:close/>
                  </a:path>
                </a:pathLst>
              </a:custGeom>
              <a:solidFill>
                <a:srgbClr val="FF8C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51"/>
              <p:cNvSpPr/>
              <p:nvPr/>
            </p:nvSpPr>
            <p:spPr>
              <a:xfrm rot="-866493">
                <a:off x="6949664" y="-935752"/>
                <a:ext cx="30311" cy="30311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25" extrusionOk="0">
                    <a:moveTo>
                      <a:pt x="293" y="1"/>
                    </a:moveTo>
                    <a:cubicBezTo>
                      <a:pt x="233" y="1"/>
                      <a:pt x="171" y="19"/>
                      <a:pt x="119" y="55"/>
                    </a:cubicBezTo>
                    <a:cubicBezTo>
                      <a:pt x="12" y="163"/>
                      <a:pt x="0" y="329"/>
                      <a:pt x="84" y="448"/>
                    </a:cubicBezTo>
                    <a:lnTo>
                      <a:pt x="500" y="937"/>
                    </a:lnTo>
                    <a:cubicBezTo>
                      <a:pt x="559" y="995"/>
                      <a:pt x="635" y="1025"/>
                      <a:pt x="711" y="1025"/>
                    </a:cubicBezTo>
                    <a:cubicBezTo>
                      <a:pt x="775" y="1025"/>
                      <a:pt x="839" y="1004"/>
                      <a:pt x="893" y="960"/>
                    </a:cubicBezTo>
                    <a:cubicBezTo>
                      <a:pt x="1012" y="877"/>
                      <a:pt x="1024" y="698"/>
                      <a:pt x="917" y="579"/>
                    </a:cubicBezTo>
                    <a:lnTo>
                      <a:pt x="500" y="91"/>
                    </a:lnTo>
                    <a:cubicBezTo>
                      <a:pt x="447" y="31"/>
                      <a:pt x="371" y="1"/>
                      <a:pt x="293" y="1"/>
                    </a:cubicBezTo>
                    <a:close/>
                  </a:path>
                </a:pathLst>
              </a:custGeom>
              <a:solidFill>
                <a:srgbClr val="FF8C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51"/>
              <p:cNvSpPr/>
              <p:nvPr/>
            </p:nvSpPr>
            <p:spPr>
              <a:xfrm rot="-866493">
                <a:off x="6849453" y="-731929"/>
                <a:ext cx="30666" cy="3037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27" extrusionOk="0">
                    <a:moveTo>
                      <a:pt x="728" y="0"/>
                    </a:moveTo>
                    <a:cubicBezTo>
                      <a:pt x="659" y="0"/>
                      <a:pt x="592" y="27"/>
                      <a:pt x="536" y="82"/>
                    </a:cubicBezTo>
                    <a:lnTo>
                      <a:pt x="108" y="570"/>
                    </a:lnTo>
                    <a:cubicBezTo>
                      <a:pt x="1" y="690"/>
                      <a:pt x="1" y="844"/>
                      <a:pt x="120" y="951"/>
                    </a:cubicBezTo>
                    <a:cubicBezTo>
                      <a:pt x="176" y="1002"/>
                      <a:pt x="243" y="1026"/>
                      <a:pt x="308" y="1026"/>
                    </a:cubicBezTo>
                    <a:cubicBezTo>
                      <a:pt x="380" y="1026"/>
                      <a:pt x="450" y="996"/>
                      <a:pt x="501" y="940"/>
                    </a:cubicBezTo>
                    <a:lnTo>
                      <a:pt x="941" y="463"/>
                    </a:lnTo>
                    <a:cubicBezTo>
                      <a:pt x="1037" y="344"/>
                      <a:pt x="1037" y="178"/>
                      <a:pt x="917" y="70"/>
                    </a:cubicBezTo>
                    <a:cubicBezTo>
                      <a:pt x="860" y="24"/>
                      <a:pt x="793" y="0"/>
                      <a:pt x="728" y="0"/>
                    </a:cubicBezTo>
                    <a:close/>
                  </a:path>
                </a:pathLst>
              </a:custGeom>
              <a:solidFill>
                <a:srgbClr val="AED2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51"/>
              <p:cNvSpPr/>
              <p:nvPr/>
            </p:nvSpPr>
            <p:spPr>
              <a:xfrm rot="-866493">
                <a:off x="7032513" y="-725542"/>
                <a:ext cx="30666" cy="30341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26" extrusionOk="0">
                    <a:moveTo>
                      <a:pt x="724" y="1"/>
                    </a:moveTo>
                    <a:cubicBezTo>
                      <a:pt x="653" y="1"/>
                      <a:pt x="586" y="30"/>
                      <a:pt x="537" y="91"/>
                    </a:cubicBezTo>
                    <a:lnTo>
                      <a:pt x="96" y="568"/>
                    </a:lnTo>
                    <a:cubicBezTo>
                      <a:pt x="1" y="687"/>
                      <a:pt x="1" y="853"/>
                      <a:pt x="120" y="961"/>
                    </a:cubicBezTo>
                    <a:cubicBezTo>
                      <a:pt x="163" y="1004"/>
                      <a:pt x="224" y="1025"/>
                      <a:pt x="288" y="1025"/>
                    </a:cubicBezTo>
                    <a:cubicBezTo>
                      <a:pt x="363" y="1025"/>
                      <a:pt x="443" y="995"/>
                      <a:pt x="501" y="937"/>
                    </a:cubicBezTo>
                    <a:lnTo>
                      <a:pt x="930" y="461"/>
                    </a:lnTo>
                    <a:cubicBezTo>
                      <a:pt x="1037" y="341"/>
                      <a:pt x="1037" y="187"/>
                      <a:pt x="918" y="80"/>
                    </a:cubicBezTo>
                    <a:cubicBezTo>
                      <a:pt x="860" y="27"/>
                      <a:pt x="790" y="1"/>
                      <a:pt x="724" y="1"/>
                    </a:cubicBezTo>
                    <a:close/>
                  </a:path>
                </a:pathLst>
              </a:custGeom>
              <a:solidFill>
                <a:srgbClr val="AED2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6" name="Picture 2" descr="Beach Ball PNG Clip Art Image​ | Gallery Yopriceville - High-Quality Free  Images and Transparent PNG Clipart">
            <a:extLst>
              <a:ext uri="{FF2B5EF4-FFF2-40B4-BE49-F238E27FC236}">
                <a16:creationId xmlns:a16="http://schemas.microsoft.com/office/drawing/2014/main" id="{36BEE035-132D-68A5-C875-9C8DDA088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318" y="787225"/>
            <a:ext cx="1083333" cy="104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963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54"/>
          <p:cNvSpPr txBox="1">
            <a:spLocks noGrp="1"/>
          </p:cNvSpPr>
          <p:nvPr>
            <p:ph type="title"/>
          </p:nvPr>
        </p:nvSpPr>
        <p:spPr>
          <a:xfrm>
            <a:off x="711550" y="487775"/>
            <a:ext cx="771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WHOLE PROCESS</a:t>
            </a:r>
            <a:endParaRPr dirty="0"/>
          </a:p>
        </p:txBody>
      </p:sp>
      <p:sp>
        <p:nvSpPr>
          <p:cNvPr id="2413" name="Google Shape;2413;p54"/>
          <p:cNvSpPr txBox="1"/>
          <p:nvPr/>
        </p:nvSpPr>
        <p:spPr>
          <a:xfrm>
            <a:off x="713394" y="2691421"/>
            <a:ext cx="21936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Starting the code</a:t>
            </a:r>
            <a:endParaRPr sz="1800" dirty="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414" name="Google Shape;2414;p54"/>
          <p:cNvSpPr txBox="1"/>
          <p:nvPr/>
        </p:nvSpPr>
        <p:spPr>
          <a:xfrm>
            <a:off x="713394" y="3011250"/>
            <a:ext cx="2193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You want to print something, huh? That’s an easy task! Just start your Main program.</a:t>
            </a:r>
            <a:endParaRPr sz="16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415" name="Google Shape;2415;p54"/>
          <p:cNvSpPr txBox="1">
            <a:spLocks noGrp="1"/>
          </p:cNvSpPr>
          <p:nvPr>
            <p:ph type="title" idx="4294967295"/>
          </p:nvPr>
        </p:nvSpPr>
        <p:spPr>
          <a:xfrm>
            <a:off x="860831" y="1752400"/>
            <a:ext cx="1898700" cy="489000"/>
          </a:xfrm>
          <a:prstGeom prst="rect">
            <a:avLst/>
          </a:prstGeom>
          <a:solidFill>
            <a:schemeClr val="lt1"/>
          </a:solidFill>
          <a:effectLst>
            <a:outerShdw dist="38100" dir="3300000" algn="bl" rotWithShape="0">
              <a:srgbClr val="000000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416" name="Google Shape;2416;p54"/>
          <p:cNvSpPr txBox="1">
            <a:spLocks noGrp="1"/>
          </p:cNvSpPr>
          <p:nvPr>
            <p:ph type="title" idx="4294967295"/>
          </p:nvPr>
        </p:nvSpPr>
        <p:spPr>
          <a:xfrm>
            <a:off x="3623588" y="1752400"/>
            <a:ext cx="1898700" cy="489000"/>
          </a:xfrm>
          <a:prstGeom prst="rect">
            <a:avLst/>
          </a:prstGeom>
          <a:solidFill>
            <a:schemeClr val="lt1"/>
          </a:solidFill>
          <a:effectLst>
            <a:outerShdw dist="38100" dir="3300000" algn="bl" rotWithShape="0">
              <a:srgbClr val="000000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417" name="Google Shape;2417;p54"/>
          <p:cNvSpPr/>
          <p:nvPr/>
        </p:nvSpPr>
        <p:spPr>
          <a:xfrm>
            <a:off x="1747181" y="2429200"/>
            <a:ext cx="126000" cy="12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p54"/>
          <p:cNvSpPr txBox="1"/>
          <p:nvPr/>
        </p:nvSpPr>
        <p:spPr>
          <a:xfrm>
            <a:off x="3475200" y="2691421"/>
            <a:ext cx="21936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Pokemon Battle</a:t>
            </a:r>
            <a:endParaRPr sz="1800" dirty="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419" name="Google Shape;2419;p54"/>
          <p:cNvSpPr txBox="1"/>
          <p:nvPr/>
        </p:nvSpPr>
        <p:spPr>
          <a:xfrm>
            <a:off x="3475200" y="3011250"/>
            <a:ext cx="2193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Beat Pallosand to verify that you are a human. Very beachy!</a:t>
            </a:r>
            <a:endParaRPr sz="16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420" name="Google Shape;2420;p54"/>
          <p:cNvSpPr txBox="1">
            <a:spLocks noGrp="1"/>
          </p:cNvSpPr>
          <p:nvPr>
            <p:ph type="title" idx="4294967295"/>
          </p:nvPr>
        </p:nvSpPr>
        <p:spPr>
          <a:xfrm>
            <a:off x="6385394" y="1752400"/>
            <a:ext cx="1898700" cy="489000"/>
          </a:xfrm>
          <a:prstGeom prst="rect">
            <a:avLst/>
          </a:prstGeom>
          <a:solidFill>
            <a:schemeClr val="lt1"/>
          </a:solidFill>
          <a:effectLst>
            <a:outerShdw dist="38100" dir="3300000" algn="bl" rotWithShape="0">
              <a:srgbClr val="000000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421" name="Google Shape;2421;p54"/>
          <p:cNvSpPr txBox="1"/>
          <p:nvPr/>
        </p:nvSpPr>
        <p:spPr>
          <a:xfrm>
            <a:off x="6237006" y="2691421"/>
            <a:ext cx="21936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Captcha</a:t>
            </a:r>
            <a:endParaRPr sz="1800" dirty="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422" name="Google Shape;2422;p54"/>
          <p:cNvSpPr txBox="1"/>
          <p:nvPr/>
        </p:nvSpPr>
        <p:spPr>
          <a:xfrm>
            <a:off x="6237006" y="3011250"/>
            <a:ext cx="2193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The Pokemon battle was won, but the system is still not convinced you are a human.</a:t>
            </a:r>
            <a:endParaRPr sz="16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423" name="Google Shape;2423;p54"/>
          <p:cNvSpPr/>
          <p:nvPr/>
        </p:nvSpPr>
        <p:spPr>
          <a:xfrm>
            <a:off x="4513804" y="2429200"/>
            <a:ext cx="126000" cy="12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4" name="Google Shape;2424;p54"/>
          <p:cNvSpPr/>
          <p:nvPr/>
        </p:nvSpPr>
        <p:spPr>
          <a:xfrm>
            <a:off x="7271761" y="2429200"/>
            <a:ext cx="126000" cy="12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5" name="Google Shape;2425;p54"/>
          <p:cNvSpPr/>
          <p:nvPr/>
        </p:nvSpPr>
        <p:spPr>
          <a:xfrm>
            <a:off x="5124575" y="4458904"/>
            <a:ext cx="837253" cy="194018"/>
          </a:xfrm>
          <a:custGeom>
            <a:avLst/>
            <a:gdLst/>
            <a:ahLst/>
            <a:cxnLst/>
            <a:rect l="l" t="t" r="r" b="b"/>
            <a:pathLst>
              <a:path w="28779" h="6669" extrusionOk="0">
                <a:moveTo>
                  <a:pt x="13951" y="1"/>
                </a:moveTo>
                <a:cubicBezTo>
                  <a:pt x="13574" y="1"/>
                  <a:pt x="13197" y="32"/>
                  <a:pt x="12824" y="96"/>
                </a:cubicBezTo>
                <a:cubicBezTo>
                  <a:pt x="11859" y="239"/>
                  <a:pt x="10955" y="608"/>
                  <a:pt x="10085" y="1072"/>
                </a:cubicBezTo>
                <a:cubicBezTo>
                  <a:pt x="8633" y="1858"/>
                  <a:pt x="7466" y="2799"/>
                  <a:pt x="6692" y="4263"/>
                </a:cubicBezTo>
                <a:cubicBezTo>
                  <a:pt x="5961" y="3714"/>
                  <a:pt x="5054" y="3419"/>
                  <a:pt x="4155" y="3419"/>
                </a:cubicBezTo>
                <a:cubicBezTo>
                  <a:pt x="3883" y="3419"/>
                  <a:pt x="3612" y="3446"/>
                  <a:pt x="3346" y="3501"/>
                </a:cubicBezTo>
                <a:cubicBezTo>
                  <a:pt x="2203" y="3739"/>
                  <a:pt x="1156" y="4501"/>
                  <a:pt x="584" y="5525"/>
                </a:cubicBezTo>
                <a:cubicBezTo>
                  <a:pt x="406" y="5835"/>
                  <a:pt x="167" y="6263"/>
                  <a:pt x="1" y="6668"/>
                </a:cubicBezTo>
                <a:lnTo>
                  <a:pt x="28778" y="6668"/>
                </a:lnTo>
                <a:cubicBezTo>
                  <a:pt x="28659" y="5716"/>
                  <a:pt x="28028" y="4846"/>
                  <a:pt x="27207" y="4299"/>
                </a:cubicBezTo>
                <a:cubicBezTo>
                  <a:pt x="26314" y="3727"/>
                  <a:pt x="25218" y="3501"/>
                  <a:pt x="24170" y="3489"/>
                </a:cubicBezTo>
                <a:cubicBezTo>
                  <a:pt x="24143" y="3489"/>
                  <a:pt x="24115" y="3489"/>
                  <a:pt x="24088" y="3489"/>
                </a:cubicBezTo>
                <a:cubicBezTo>
                  <a:pt x="22794" y="3489"/>
                  <a:pt x="21502" y="3763"/>
                  <a:pt x="20325" y="4334"/>
                </a:cubicBezTo>
                <a:cubicBezTo>
                  <a:pt x="19765" y="2894"/>
                  <a:pt x="18682" y="1644"/>
                  <a:pt x="17324" y="882"/>
                </a:cubicBezTo>
                <a:cubicBezTo>
                  <a:pt x="16297" y="305"/>
                  <a:pt x="15126" y="1"/>
                  <a:pt x="139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6" name="Google Shape;2426;p54"/>
          <p:cNvSpPr/>
          <p:nvPr/>
        </p:nvSpPr>
        <p:spPr>
          <a:xfrm>
            <a:off x="7848125" y="389575"/>
            <a:ext cx="1002419" cy="201996"/>
          </a:xfrm>
          <a:custGeom>
            <a:avLst/>
            <a:gdLst/>
            <a:ahLst/>
            <a:cxnLst/>
            <a:rect l="l" t="t" r="r" b="b"/>
            <a:pathLst>
              <a:path w="18182" h="3664" extrusionOk="0">
                <a:moveTo>
                  <a:pt x="5986" y="1"/>
                </a:moveTo>
                <a:cubicBezTo>
                  <a:pt x="5760" y="1"/>
                  <a:pt x="5535" y="15"/>
                  <a:pt x="5310" y="44"/>
                </a:cubicBezTo>
                <a:cubicBezTo>
                  <a:pt x="3239" y="318"/>
                  <a:pt x="1346" y="1711"/>
                  <a:pt x="0" y="3664"/>
                </a:cubicBezTo>
                <a:lnTo>
                  <a:pt x="18181" y="3664"/>
                </a:lnTo>
                <a:cubicBezTo>
                  <a:pt x="17514" y="2878"/>
                  <a:pt x="16621" y="2366"/>
                  <a:pt x="15716" y="2247"/>
                </a:cubicBezTo>
                <a:cubicBezTo>
                  <a:pt x="15503" y="2214"/>
                  <a:pt x="15288" y="2198"/>
                  <a:pt x="15073" y="2198"/>
                </a:cubicBezTo>
                <a:cubicBezTo>
                  <a:pt x="13796" y="2198"/>
                  <a:pt x="12503" y="2752"/>
                  <a:pt x="11454" y="3628"/>
                </a:cubicBezTo>
                <a:cubicBezTo>
                  <a:pt x="10354" y="1331"/>
                  <a:pt x="8160" y="1"/>
                  <a:pt x="59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7" name="Google Shape;2427;p54"/>
          <p:cNvGrpSpPr/>
          <p:nvPr/>
        </p:nvGrpSpPr>
        <p:grpSpPr>
          <a:xfrm rot="4537893">
            <a:off x="261870" y="3976755"/>
            <a:ext cx="1063118" cy="854670"/>
            <a:chOff x="4535185" y="4013323"/>
            <a:chExt cx="1050913" cy="844858"/>
          </a:xfrm>
        </p:grpSpPr>
        <p:sp>
          <p:nvSpPr>
            <p:cNvPr id="2428" name="Google Shape;2428;p54"/>
            <p:cNvSpPr/>
            <p:nvPr/>
          </p:nvSpPr>
          <p:spPr>
            <a:xfrm>
              <a:off x="4535188" y="4013350"/>
              <a:ext cx="1050899" cy="844810"/>
            </a:xfrm>
            <a:custGeom>
              <a:avLst/>
              <a:gdLst/>
              <a:ahLst/>
              <a:cxnLst/>
              <a:rect l="l" t="t" r="r" b="b"/>
              <a:pathLst>
                <a:path w="22656" h="18213" extrusionOk="0">
                  <a:moveTo>
                    <a:pt x="18573" y="0"/>
                  </a:moveTo>
                  <a:cubicBezTo>
                    <a:pt x="18439" y="0"/>
                    <a:pt x="18295" y="69"/>
                    <a:pt x="18152" y="232"/>
                  </a:cubicBezTo>
                  <a:cubicBezTo>
                    <a:pt x="17674" y="778"/>
                    <a:pt x="18302" y="1904"/>
                    <a:pt x="18724" y="2313"/>
                  </a:cubicBezTo>
                  <a:cubicBezTo>
                    <a:pt x="19116" y="1850"/>
                    <a:pt x="19362" y="1180"/>
                    <a:pt x="19162" y="579"/>
                  </a:cubicBezTo>
                  <a:cubicBezTo>
                    <a:pt x="19054" y="253"/>
                    <a:pt x="18831" y="0"/>
                    <a:pt x="18573" y="0"/>
                  </a:cubicBezTo>
                  <a:close/>
                  <a:moveTo>
                    <a:pt x="21461" y="694"/>
                  </a:moveTo>
                  <a:cubicBezTo>
                    <a:pt x="21384" y="694"/>
                    <a:pt x="21301" y="701"/>
                    <a:pt x="21211" y="717"/>
                  </a:cubicBezTo>
                  <a:cubicBezTo>
                    <a:pt x="20054" y="917"/>
                    <a:pt x="19697" y="2973"/>
                    <a:pt x="19811" y="3915"/>
                  </a:cubicBezTo>
                  <a:cubicBezTo>
                    <a:pt x="20777" y="3732"/>
                    <a:pt x="21767" y="3141"/>
                    <a:pt x="22128" y="2185"/>
                  </a:cubicBezTo>
                  <a:cubicBezTo>
                    <a:pt x="22399" y="1465"/>
                    <a:pt x="22251" y="694"/>
                    <a:pt x="21461" y="694"/>
                  </a:cubicBezTo>
                  <a:close/>
                  <a:moveTo>
                    <a:pt x="21662" y="3837"/>
                  </a:moveTo>
                  <a:cubicBezTo>
                    <a:pt x="21101" y="3837"/>
                    <a:pt x="20403" y="4248"/>
                    <a:pt x="20097" y="4555"/>
                  </a:cubicBezTo>
                  <a:cubicBezTo>
                    <a:pt x="20448" y="4862"/>
                    <a:pt x="20923" y="5086"/>
                    <a:pt x="21398" y="5086"/>
                  </a:cubicBezTo>
                  <a:cubicBezTo>
                    <a:pt x="21540" y="5086"/>
                    <a:pt x="21683" y="5066"/>
                    <a:pt x="21822" y="5022"/>
                  </a:cubicBezTo>
                  <a:cubicBezTo>
                    <a:pt x="22320" y="4866"/>
                    <a:pt x="22655" y="4441"/>
                    <a:pt x="22187" y="4018"/>
                  </a:cubicBezTo>
                  <a:cubicBezTo>
                    <a:pt x="22046" y="3889"/>
                    <a:pt x="21863" y="3837"/>
                    <a:pt x="21662" y="3837"/>
                  </a:cubicBezTo>
                  <a:close/>
                  <a:moveTo>
                    <a:pt x="1254" y="10817"/>
                  </a:moveTo>
                  <a:cubicBezTo>
                    <a:pt x="1113" y="10817"/>
                    <a:pt x="972" y="10837"/>
                    <a:pt x="834" y="10880"/>
                  </a:cubicBezTo>
                  <a:cubicBezTo>
                    <a:pt x="336" y="11037"/>
                    <a:pt x="0" y="11460"/>
                    <a:pt x="468" y="11885"/>
                  </a:cubicBezTo>
                  <a:cubicBezTo>
                    <a:pt x="610" y="12013"/>
                    <a:pt x="792" y="12065"/>
                    <a:pt x="992" y="12065"/>
                  </a:cubicBezTo>
                  <a:cubicBezTo>
                    <a:pt x="1554" y="12065"/>
                    <a:pt x="2253" y="11654"/>
                    <a:pt x="2559" y="11348"/>
                  </a:cubicBezTo>
                  <a:cubicBezTo>
                    <a:pt x="2206" y="11041"/>
                    <a:pt x="1730" y="10817"/>
                    <a:pt x="1254" y="10817"/>
                  </a:cubicBezTo>
                  <a:close/>
                  <a:moveTo>
                    <a:pt x="2845" y="11986"/>
                  </a:moveTo>
                  <a:cubicBezTo>
                    <a:pt x="1879" y="12170"/>
                    <a:pt x="889" y="12760"/>
                    <a:pt x="528" y="13718"/>
                  </a:cubicBezTo>
                  <a:cubicBezTo>
                    <a:pt x="257" y="14437"/>
                    <a:pt x="403" y="15208"/>
                    <a:pt x="1194" y="15208"/>
                  </a:cubicBezTo>
                  <a:cubicBezTo>
                    <a:pt x="1271" y="15208"/>
                    <a:pt x="1355" y="15200"/>
                    <a:pt x="1444" y="15185"/>
                  </a:cubicBezTo>
                  <a:cubicBezTo>
                    <a:pt x="2602" y="14985"/>
                    <a:pt x="2959" y="12929"/>
                    <a:pt x="2845" y="11986"/>
                  </a:cubicBezTo>
                  <a:close/>
                  <a:moveTo>
                    <a:pt x="3932" y="13589"/>
                  </a:moveTo>
                  <a:cubicBezTo>
                    <a:pt x="3540" y="14054"/>
                    <a:pt x="3293" y="14722"/>
                    <a:pt x="3493" y="15322"/>
                  </a:cubicBezTo>
                  <a:cubicBezTo>
                    <a:pt x="3602" y="15648"/>
                    <a:pt x="3824" y="15901"/>
                    <a:pt x="4082" y="15901"/>
                  </a:cubicBezTo>
                  <a:cubicBezTo>
                    <a:pt x="4217" y="15901"/>
                    <a:pt x="4361" y="15833"/>
                    <a:pt x="4504" y="15669"/>
                  </a:cubicBezTo>
                  <a:cubicBezTo>
                    <a:pt x="4982" y="15124"/>
                    <a:pt x="4353" y="13997"/>
                    <a:pt x="3932" y="13589"/>
                  </a:cubicBezTo>
                  <a:close/>
                  <a:moveTo>
                    <a:pt x="12422" y="1700"/>
                  </a:moveTo>
                  <a:cubicBezTo>
                    <a:pt x="11594" y="1700"/>
                    <a:pt x="10766" y="1806"/>
                    <a:pt x="9970" y="2018"/>
                  </a:cubicBezTo>
                  <a:cubicBezTo>
                    <a:pt x="7673" y="2630"/>
                    <a:pt x="5339" y="4585"/>
                    <a:pt x="4233" y="6934"/>
                  </a:cubicBezTo>
                  <a:cubicBezTo>
                    <a:pt x="3680" y="8110"/>
                    <a:pt x="3436" y="9385"/>
                    <a:pt x="3657" y="10638"/>
                  </a:cubicBezTo>
                  <a:cubicBezTo>
                    <a:pt x="4269" y="14092"/>
                    <a:pt x="7631" y="17418"/>
                    <a:pt x="11055" y="18104"/>
                  </a:cubicBezTo>
                  <a:cubicBezTo>
                    <a:pt x="11423" y="18178"/>
                    <a:pt x="11801" y="18213"/>
                    <a:pt x="12183" y="18213"/>
                  </a:cubicBezTo>
                  <a:cubicBezTo>
                    <a:pt x="15120" y="18213"/>
                    <a:pt x="18342" y="16147"/>
                    <a:pt x="19827" y="13782"/>
                  </a:cubicBezTo>
                  <a:cubicBezTo>
                    <a:pt x="21761" y="10703"/>
                    <a:pt x="20996" y="6294"/>
                    <a:pt x="18299" y="3856"/>
                  </a:cubicBezTo>
                  <a:cubicBezTo>
                    <a:pt x="16698" y="2411"/>
                    <a:pt x="14560" y="1700"/>
                    <a:pt x="12422" y="1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dist="38100" dir="3120000" algn="bl" rotWithShape="0">
                <a:srgbClr val="000000">
                  <a:alpha val="1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9" name="Google Shape;2429;p54"/>
            <p:cNvGrpSpPr/>
            <p:nvPr/>
          </p:nvGrpSpPr>
          <p:grpSpPr>
            <a:xfrm>
              <a:off x="4535185" y="4013323"/>
              <a:ext cx="1050913" cy="844858"/>
              <a:chOff x="4535185" y="4013323"/>
              <a:chExt cx="1050913" cy="844858"/>
            </a:xfrm>
          </p:grpSpPr>
          <p:sp>
            <p:nvSpPr>
              <p:cNvPr id="2430" name="Google Shape;2430;p54"/>
              <p:cNvSpPr/>
              <p:nvPr/>
            </p:nvSpPr>
            <p:spPr>
              <a:xfrm>
                <a:off x="4694566" y="4092179"/>
                <a:ext cx="850098" cy="766002"/>
              </a:xfrm>
              <a:custGeom>
                <a:avLst/>
                <a:gdLst/>
                <a:ahLst/>
                <a:cxnLst/>
                <a:rect l="l" t="t" r="r" b="b"/>
                <a:pathLst>
                  <a:path w="18327" h="16514" extrusionOk="0">
                    <a:moveTo>
                      <a:pt x="8986" y="0"/>
                    </a:moveTo>
                    <a:cubicBezTo>
                      <a:pt x="8158" y="0"/>
                      <a:pt x="7330" y="107"/>
                      <a:pt x="6535" y="319"/>
                    </a:cubicBezTo>
                    <a:cubicBezTo>
                      <a:pt x="4239" y="932"/>
                      <a:pt x="1904" y="2886"/>
                      <a:pt x="799" y="5234"/>
                    </a:cubicBezTo>
                    <a:cubicBezTo>
                      <a:pt x="245" y="6410"/>
                      <a:pt x="0" y="7685"/>
                      <a:pt x="222" y="8939"/>
                    </a:cubicBezTo>
                    <a:cubicBezTo>
                      <a:pt x="834" y="12392"/>
                      <a:pt x="4196" y="15720"/>
                      <a:pt x="7619" y="16404"/>
                    </a:cubicBezTo>
                    <a:cubicBezTo>
                      <a:pt x="7988" y="16478"/>
                      <a:pt x="8366" y="16513"/>
                      <a:pt x="8748" y="16513"/>
                    </a:cubicBezTo>
                    <a:cubicBezTo>
                      <a:pt x="11686" y="16513"/>
                      <a:pt x="14908" y="14448"/>
                      <a:pt x="16392" y="12083"/>
                    </a:cubicBezTo>
                    <a:cubicBezTo>
                      <a:pt x="18327" y="9002"/>
                      <a:pt x="17561" y="4594"/>
                      <a:pt x="14862" y="2156"/>
                    </a:cubicBezTo>
                    <a:cubicBezTo>
                      <a:pt x="13262" y="711"/>
                      <a:pt x="11123" y="0"/>
                      <a:pt x="89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54"/>
              <p:cNvSpPr/>
              <p:nvPr/>
            </p:nvSpPr>
            <p:spPr>
              <a:xfrm>
                <a:off x="4799862" y="4211902"/>
                <a:ext cx="587234" cy="524522"/>
              </a:xfrm>
              <a:custGeom>
                <a:avLst/>
                <a:gdLst/>
                <a:ahLst/>
                <a:cxnLst/>
                <a:rect l="l" t="t" r="r" b="b"/>
                <a:pathLst>
                  <a:path w="12660" h="11308" extrusionOk="0">
                    <a:moveTo>
                      <a:pt x="6806" y="2655"/>
                    </a:moveTo>
                    <a:cubicBezTo>
                      <a:pt x="7133" y="2655"/>
                      <a:pt x="7470" y="2719"/>
                      <a:pt x="7807" y="2860"/>
                    </a:cubicBezTo>
                    <a:cubicBezTo>
                      <a:pt x="9006" y="3359"/>
                      <a:pt x="9747" y="4752"/>
                      <a:pt x="9522" y="6032"/>
                    </a:cubicBezTo>
                    <a:cubicBezTo>
                      <a:pt x="9468" y="6343"/>
                      <a:pt x="9360" y="6644"/>
                      <a:pt x="9205" y="6920"/>
                    </a:cubicBezTo>
                    <a:cubicBezTo>
                      <a:pt x="8728" y="7770"/>
                      <a:pt x="7837" y="8395"/>
                      <a:pt x="6863" y="8503"/>
                    </a:cubicBezTo>
                    <a:cubicBezTo>
                      <a:pt x="6758" y="8514"/>
                      <a:pt x="6655" y="8520"/>
                      <a:pt x="6554" y="8520"/>
                    </a:cubicBezTo>
                    <a:cubicBezTo>
                      <a:pt x="5214" y="8520"/>
                      <a:pt x="4161" y="7527"/>
                      <a:pt x="3954" y="6177"/>
                    </a:cubicBezTo>
                    <a:cubicBezTo>
                      <a:pt x="3679" y="4405"/>
                      <a:pt x="5101" y="2655"/>
                      <a:pt x="6806" y="2655"/>
                    </a:cubicBezTo>
                    <a:close/>
                    <a:moveTo>
                      <a:pt x="6368" y="0"/>
                    </a:moveTo>
                    <a:cubicBezTo>
                      <a:pt x="4702" y="0"/>
                      <a:pt x="2842" y="607"/>
                      <a:pt x="1795" y="1872"/>
                    </a:cubicBezTo>
                    <a:cubicBezTo>
                      <a:pt x="1" y="4039"/>
                      <a:pt x="315" y="8017"/>
                      <a:pt x="2272" y="9795"/>
                    </a:cubicBezTo>
                    <a:cubicBezTo>
                      <a:pt x="3350" y="10774"/>
                      <a:pt x="5072" y="11308"/>
                      <a:pt x="6725" y="11308"/>
                    </a:cubicBezTo>
                    <a:cubicBezTo>
                      <a:pt x="7795" y="11308"/>
                      <a:pt x="8836" y="11084"/>
                      <a:pt x="9655" y="10612"/>
                    </a:cubicBezTo>
                    <a:cubicBezTo>
                      <a:pt x="11733" y="9409"/>
                      <a:pt x="12660" y="6120"/>
                      <a:pt x="11924" y="3832"/>
                    </a:cubicBezTo>
                    <a:cubicBezTo>
                      <a:pt x="11265" y="1790"/>
                      <a:pt x="9277" y="306"/>
                      <a:pt x="7147" y="47"/>
                    </a:cubicBezTo>
                    <a:cubicBezTo>
                      <a:pt x="6895" y="16"/>
                      <a:pt x="6634" y="0"/>
                      <a:pt x="63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54"/>
              <p:cNvSpPr/>
              <p:nvPr/>
            </p:nvSpPr>
            <p:spPr>
              <a:xfrm>
                <a:off x="4802877" y="4230131"/>
                <a:ext cx="537880" cy="456428"/>
              </a:xfrm>
              <a:custGeom>
                <a:avLst/>
                <a:gdLst/>
                <a:ahLst/>
                <a:cxnLst/>
                <a:rect l="l" t="t" r="r" b="b"/>
                <a:pathLst>
                  <a:path w="11596" h="9840" extrusionOk="0">
                    <a:moveTo>
                      <a:pt x="5669" y="1938"/>
                    </a:moveTo>
                    <a:cubicBezTo>
                      <a:pt x="6587" y="1938"/>
                      <a:pt x="7541" y="2533"/>
                      <a:pt x="8088" y="3231"/>
                    </a:cubicBezTo>
                    <a:cubicBezTo>
                      <a:pt x="8769" y="4101"/>
                      <a:pt x="8953" y="5364"/>
                      <a:pt x="8448" y="6347"/>
                    </a:cubicBezTo>
                    <a:cubicBezTo>
                      <a:pt x="7988" y="7245"/>
                      <a:pt x="6980" y="7799"/>
                      <a:pt x="5976" y="7799"/>
                    </a:cubicBezTo>
                    <a:cubicBezTo>
                      <a:pt x="5749" y="7799"/>
                      <a:pt x="5521" y="7770"/>
                      <a:pt x="5301" y="7711"/>
                    </a:cubicBezTo>
                    <a:cubicBezTo>
                      <a:pt x="4107" y="7392"/>
                      <a:pt x="3206" y="6229"/>
                      <a:pt x="3146" y="4994"/>
                    </a:cubicBezTo>
                    <a:cubicBezTo>
                      <a:pt x="3081" y="3634"/>
                      <a:pt x="4034" y="2083"/>
                      <a:pt x="5475" y="1947"/>
                    </a:cubicBezTo>
                    <a:cubicBezTo>
                      <a:pt x="5539" y="1941"/>
                      <a:pt x="5604" y="1938"/>
                      <a:pt x="5669" y="1938"/>
                    </a:cubicBezTo>
                    <a:close/>
                    <a:moveTo>
                      <a:pt x="5835" y="0"/>
                    </a:moveTo>
                    <a:cubicBezTo>
                      <a:pt x="4308" y="0"/>
                      <a:pt x="2603" y="556"/>
                      <a:pt x="1644" y="1714"/>
                    </a:cubicBezTo>
                    <a:cubicBezTo>
                      <a:pt x="0" y="3699"/>
                      <a:pt x="754" y="6851"/>
                      <a:pt x="2549" y="8480"/>
                    </a:cubicBezTo>
                    <a:cubicBezTo>
                      <a:pt x="3526" y="9367"/>
                      <a:pt x="4850" y="9840"/>
                      <a:pt x="6164" y="9840"/>
                    </a:cubicBezTo>
                    <a:cubicBezTo>
                      <a:pt x="7043" y="9840"/>
                      <a:pt x="7917" y="9629"/>
                      <a:pt x="8680" y="9188"/>
                    </a:cubicBezTo>
                    <a:cubicBezTo>
                      <a:pt x="10584" y="8087"/>
                      <a:pt x="11596" y="5604"/>
                      <a:pt x="10921" y="3510"/>
                    </a:cubicBezTo>
                    <a:cubicBezTo>
                      <a:pt x="10319" y="1640"/>
                      <a:pt x="8498" y="280"/>
                      <a:pt x="6546" y="42"/>
                    </a:cubicBezTo>
                    <a:cubicBezTo>
                      <a:pt x="6316" y="14"/>
                      <a:pt x="6078" y="0"/>
                      <a:pt x="58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54"/>
              <p:cNvSpPr/>
              <p:nvPr/>
            </p:nvSpPr>
            <p:spPr>
              <a:xfrm>
                <a:off x="4840774" y="4426067"/>
                <a:ext cx="111741" cy="136604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945" extrusionOk="0">
                    <a:moveTo>
                      <a:pt x="28" y="1"/>
                    </a:moveTo>
                    <a:cubicBezTo>
                      <a:pt x="0" y="1016"/>
                      <a:pt x="298" y="2063"/>
                      <a:pt x="814" y="2945"/>
                    </a:cubicBezTo>
                    <a:lnTo>
                      <a:pt x="2408" y="1670"/>
                    </a:lnTo>
                    <a:cubicBezTo>
                      <a:pt x="2303" y="1384"/>
                      <a:pt x="2240" y="1083"/>
                      <a:pt x="2225" y="777"/>
                    </a:cubicBezTo>
                    <a:cubicBezTo>
                      <a:pt x="2217" y="578"/>
                      <a:pt x="2228" y="380"/>
                      <a:pt x="2260" y="184"/>
                    </a:cubicBez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54"/>
              <p:cNvSpPr/>
              <p:nvPr/>
            </p:nvSpPr>
            <p:spPr>
              <a:xfrm>
                <a:off x="5198594" y="4358668"/>
                <a:ext cx="118375" cy="150009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3234" extrusionOk="0">
                    <a:moveTo>
                      <a:pt x="1955" y="0"/>
                    </a:moveTo>
                    <a:lnTo>
                      <a:pt x="0" y="979"/>
                    </a:lnTo>
                    <a:cubicBezTo>
                      <a:pt x="240" y="1479"/>
                      <a:pt x="342" y="2031"/>
                      <a:pt x="301" y="2582"/>
                    </a:cubicBezTo>
                    <a:lnTo>
                      <a:pt x="2354" y="3233"/>
                    </a:lnTo>
                    <a:cubicBezTo>
                      <a:pt x="2552" y="2420"/>
                      <a:pt x="2545" y="1563"/>
                      <a:pt x="2291" y="771"/>
                    </a:cubicBezTo>
                    <a:cubicBezTo>
                      <a:pt x="2203" y="505"/>
                      <a:pt x="2091" y="245"/>
                      <a:pt x="19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54"/>
              <p:cNvSpPr/>
              <p:nvPr/>
            </p:nvSpPr>
            <p:spPr>
              <a:xfrm>
                <a:off x="5046541" y="4580347"/>
                <a:ext cx="133357" cy="101305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184" extrusionOk="0">
                    <a:moveTo>
                      <a:pt x="2119" y="1"/>
                    </a:moveTo>
                    <a:cubicBezTo>
                      <a:pt x="1692" y="226"/>
                      <a:pt x="1206" y="355"/>
                      <a:pt x="717" y="355"/>
                    </a:cubicBezTo>
                    <a:cubicBezTo>
                      <a:pt x="607" y="355"/>
                      <a:pt x="497" y="348"/>
                      <a:pt x="387" y="335"/>
                    </a:cubicBezTo>
                    <a:cubicBezTo>
                      <a:pt x="342" y="330"/>
                      <a:pt x="299" y="322"/>
                      <a:pt x="255" y="315"/>
                    </a:cubicBezTo>
                    <a:lnTo>
                      <a:pt x="0" y="2108"/>
                    </a:lnTo>
                    <a:cubicBezTo>
                      <a:pt x="86" y="2121"/>
                      <a:pt x="170" y="2134"/>
                      <a:pt x="256" y="2144"/>
                    </a:cubicBezTo>
                    <a:cubicBezTo>
                      <a:pt x="474" y="2171"/>
                      <a:pt x="691" y="2184"/>
                      <a:pt x="907" y="2184"/>
                    </a:cubicBezTo>
                    <a:cubicBezTo>
                      <a:pt x="1596" y="2184"/>
                      <a:pt x="2269" y="2051"/>
                      <a:pt x="2874" y="1794"/>
                    </a:cubicBezTo>
                    <a:lnTo>
                      <a:pt x="211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54"/>
              <p:cNvSpPr/>
              <p:nvPr/>
            </p:nvSpPr>
            <p:spPr>
              <a:xfrm>
                <a:off x="5002707" y="4235141"/>
                <a:ext cx="130388" cy="93234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010" extrusionOk="0">
                    <a:moveTo>
                      <a:pt x="1542" y="0"/>
                    </a:moveTo>
                    <a:cubicBezTo>
                      <a:pt x="1049" y="0"/>
                      <a:pt x="521" y="59"/>
                      <a:pt x="1" y="184"/>
                    </a:cubicBezTo>
                    <a:lnTo>
                      <a:pt x="500" y="1902"/>
                    </a:lnTo>
                    <a:cubicBezTo>
                      <a:pt x="709" y="1813"/>
                      <a:pt x="930" y="1757"/>
                      <a:pt x="1157" y="1737"/>
                    </a:cubicBezTo>
                    <a:cubicBezTo>
                      <a:pt x="1228" y="1730"/>
                      <a:pt x="1300" y="1727"/>
                      <a:pt x="1371" y="1727"/>
                    </a:cubicBezTo>
                    <a:cubicBezTo>
                      <a:pt x="1462" y="1727"/>
                      <a:pt x="1553" y="1732"/>
                      <a:pt x="1643" y="1744"/>
                    </a:cubicBezTo>
                    <a:cubicBezTo>
                      <a:pt x="1952" y="1785"/>
                      <a:pt x="2253" y="1876"/>
                      <a:pt x="2536" y="2010"/>
                    </a:cubicBezTo>
                    <a:lnTo>
                      <a:pt x="2811" y="146"/>
                    </a:lnTo>
                    <a:cubicBezTo>
                      <a:pt x="2617" y="100"/>
                      <a:pt x="2420" y="63"/>
                      <a:pt x="2223" y="40"/>
                    </a:cubicBezTo>
                    <a:cubicBezTo>
                      <a:pt x="2008" y="14"/>
                      <a:pt x="1779" y="0"/>
                      <a:pt x="1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54"/>
              <p:cNvSpPr/>
              <p:nvPr/>
            </p:nvSpPr>
            <p:spPr>
              <a:xfrm>
                <a:off x="4865173" y="4281759"/>
                <a:ext cx="93095" cy="1180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2545" fill="none" extrusionOk="0">
                    <a:moveTo>
                      <a:pt x="2006" y="1"/>
                    </a:moveTo>
                    <a:cubicBezTo>
                      <a:pt x="1004" y="492"/>
                      <a:pt x="245" y="1455"/>
                      <a:pt x="0" y="2545"/>
                    </a:cubicBezTo>
                  </a:path>
                </a:pathLst>
              </a:custGeom>
              <a:noFill/>
              <a:ln w="1575" cap="rnd" cmpd="sng">
                <a:solidFill>
                  <a:schemeClr val="lt1"/>
                </a:solidFill>
                <a:prstDash val="solid"/>
                <a:miter lim="165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54"/>
              <p:cNvSpPr/>
              <p:nvPr/>
            </p:nvSpPr>
            <p:spPr>
              <a:xfrm>
                <a:off x="5163341" y="4268586"/>
                <a:ext cx="79597" cy="71618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1544" fill="none" extrusionOk="0">
                    <a:moveTo>
                      <a:pt x="1" y="0"/>
                    </a:moveTo>
                    <a:cubicBezTo>
                      <a:pt x="763" y="252"/>
                      <a:pt x="1385" y="813"/>
                      <a:pt x="1716" y="1544"/>
                    </a:cubicBezTo>
                  </a:path>
                </a:pathLst>
              </a:custGeom>
              <a:noFill/>
              <a:ln w="1575" cap="rnd" cmpd="sng">
                <a:solidFill>
                  <a:schemeClr val="lt1"/>
                </a:solidFill>
                <a:prstDash val="solid"/>
                <a:miter lim="165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54"/>
              <p:cNvSpPr/>
              <p:nvPr/>
            </p:nvSpPr>
            <p:spPr>
              <a:xfrm>
                <a:off x="5200867" y="4538692"/>
                <a:ext cx="77834" cy="95043"/>
              </a:xfrm>
              <a:custGeom>
                <a:avLst/>
                <a:gdLst/>
                <a:ahLst/>
                <a:cxnLst/>
                <a:rect l="l" t="t" r="r" b="b"/>
                <a:pathLst>
                  <a:path w="1678" h="2049" fill="none" extrusionOk="0">
                    <a:moveTo>
                      <a:pt x="1678" y="1"/>
                    </a:moveTo>
                    <a:cubicBezTo>
                      <a:pt x="1297" y="813"/>
                      <a:pt x="722" y="1516"/>
                      <a:pt x="1" y="2048"/>
                    </a:cubicBezTo>
                  </a:path>
                </a:pathLst>
              </a:custGeom>
              <a:noFill/>
              <a:ln w="1575" cap="rnd" cmpd="sng">
                <a:solidFill>
                  <a:schemeClr val="lt1"/>
                </a:solidFill>
                <a:prstDash val="solid"/>
                <a:miter lim="165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54"/>
              <p:cNvSpPr/>
              <p:nvPr/>
            </p:nvSpPr>
            <p:spPr>
              <a:xfrm>
                <a:off x="4915502" y="4581739"/>
                <a:ext cx="98754" cy="66423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1432" fill="none" extrusionOk="0">
                    <a:moveTo>
                      <a:pt x="0" y="1"/>
                    </a:moveTo>
                    <a:cubicBezTo>
                      <a:pt x="498" y="733"/>
                      <a:pt x="1260" y="1248"/>
                      <a:pt x="2129" y="1431"/>
                    </a:cubicBezTo>
                  </a:path>
                </a:pathLst>
              </a:custGeom>
              <a:noFill/>
              <a:ln w="1575" cap="rnd" cmpd="sng">
                <a:solidFill>
                  <a:schemeClr val="lt1"/>
                </a:solidFill>
                <a:prstDash val="solid"/>
                <a:miter lim="165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54"/>
              <p:cNvSpPr/>
              <p:nvPr/>
            </p:nvSpPr>
            <p:spPr>
              <a:xfrm>
                <a:off x="5448845" y="4045515"/>
                <a:ext cx="125379" cy="149452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3222" extrusionOk="0">
                    <a:moveTo>
                      <a:pt x="1765" y="0"/>
                    </a:moveTo>
                    <a:cubicBezTo>
                      <a:pt x="1688" y="0"/>
                      <a:pt x="1605" y="8"/>
                      <a:pt x="1515" y="23"/>
                    </a:cubicBezTo>
                    <a:cubicBezTo>
                      <a:pt x="359" y="225"/>
                      <a:pt x="0" y="2279"/>
                      <a:pt x="114" y="3222"/>
                    </a:cubicBezTo>
                    <a:cubicBezTo>
                      <a:pt x="1080" y="3038"/>
                      <a:pt x="2071" y="2448"/>
                      <a:pt x="2431" y="1492"/>
                    </a:cubicBezTo>
                    <a:cubicBezTo>
                      <a:pt x="2702" y="771"/>
                      <a:pt x="2556" y="0"/>
                      <a:pt x="17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54"/>
              <p:cNvSpPr/>
              <p:nvPr/>
            </p:nvSpPr>
            <p:spPr>
              <a:xfrm>
                <a:off x="5467399" y="4191260"/>
                <a:ext cx="118699" cy="5793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249" extrusionOk="0">
                    <a:moveTo>
                      <a:pt x="1567" y="1"/>
                    </a:moveTo>
                    <a:cubicBezTo>
                      <a:pt x="1005" y="1"/>
                      <a:pt x="306" y="412"/>
                      <a:pt x="0" y="718"/>
                    </a:cubicBezTo>
                    <a:cubicBezTo>
                      <a:pt x="351" y="1026"/>
                      <a:pt x="826" y="1249"/>
                      <a:pt x="1301" y="1249"/>
                    </a:cubicBezTo>
                    <a:cubicBezTo>
                      <a:pt x="1444" y="1249"/>
                      <a:pt x="1586" y="1228"/>
                      <a:pt x="1725" y="1185"/>
                    </a:cubicBezTo>
                    <a:cubicBezTo>
                      <a:pt x="2223" y="1029"/>
                      <a:pt x="2559" y="604"/>
                      <a:pt x="2091" y="181"/>
                    </a:cubicBezTo>
                    <a:cubicBezTo>
                      <a:pt x="1950" y="53"/>
                      <a:pt x="1767" y="1"/>
                      <a:pt x="15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54"/>
              <p:cNvSpPr/>
              <p:nvPr/>
            </p:nvSpPr>
            <p:spPr>
              <a:xfrm>
                <a:off x="5355006" y="4013323"/>
                <a:ext cx="78344" cy="107335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2314" extrusionOk="0">
                    <a:moveTo>
                      <a:pt x="900" y="1"/>
                    </a:moveTo>
                    <a:cubicBezTo>
                      <a:pt x="765" y="1"/>
                      <a:pt x="621" y="70"/>
                      <a:pt x="478" y="233"/>
                    </a:cubicBezTo>
                    <a:cubicBezTo>
                      <a:pt x="0" y="778"/>
                      <a:pt x="629" y="1905"/>
                      <a:pt x="1051" y="2313"/>
                    </a:cubicBezTo>
                    <a:cubicBezTo>
                      <a:pt x="1443" y="1850"/>
                      <a:pt x="1689" y="1180"/>
                      <a:pt x="1489" y="580"/>
                    </a:cubicBezTo>
                    <a:cubicBezTo>
                      <a:pt x="1381" y="255"/>
                      <a:pt x="1158" y="1"/>
                      <a:pt x="9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54"/>
              <p:cNvSpPr/>
              <p:nvPr/>
            </p:nvSpPr>
            <p:spPr>
              <a:xfrm>
                <a:off x="4547106" y="4569307"/>
                <a:ext cx="125379" cy="14949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3223" extrusionOk="0">
                    <a:moveTo>
                      <a:pt x="2589" y="1"/>
                    </a:moveTo>
                    <a:lnTo>
                      <a:pt x="2589" y="1"/>
                    </a:lnTo>
                    <a:cubicBezTo>
                      <a:pt x="1623" y="184"/>
                      <a:pt x="632" y="776"/>
                      <a:pt x="271" y="1731"/>
                    </a:cubicBezTo>
                    <a:cubicBezTo>
                      <a:pt x="0" y="2451"/>
                      <a:pt x="148" y="3222"/>
                      <a:pt x="938" y="3222"/>
                    </a:cubicBezTo>
                    <a:cubicBezTo>
                      <a:pt x="1015" y="3222"/>
                      <a:pt x="1098" y="3215"/>
                      <a:pt x="1188" y="3199"/>
                    </a:cubicBezTo>
                    <a:cubicBezTo>
                      <a:pt x="2344" y="2999"/>
                      <a:pt x="2703" y="943"/>
                      <a:pt x="258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54"/>
              <p:cNvSpPr/>
              <p:nvPr/>
            </p:nvSpPr>
            <p:spPr>
              <a:xfrm>
                <a:off x="4535185" y="4515128"/>
                <a:ext cx="118746" cy="57888"/>
              </a:xfrm>
              <a:custGeom>
                <a:avLst/>
                <a:gdLst/>
                <a:ahLst/>
                <a:cxnLst/>
                <a:rect l="l" t="t" r="r" b="b"/>
                <a:pathLst>
                  <a:path w="2560" h="1248" extrusionOk="0">
                    <a:moveTo>
                      <a:pt x="1258" y="0"/>
                    </a:moveTo>
                    <a:cubicBezTo>
                      <a:pt x="1116" y="0"/>
                      <a:pt x="974" y="20"/>
                      <a:pt x="834" y="64"/>
                    </a:cubicBezTo>
                    <a:cubicBezTo>
                      <a:pt x="337" y="221"/>
                      <a:pt x="1" y="644"/>
                      <a:pt x="469" y="1068"/>
                    </a:cubicBezTo>
                    <a:cubicBezTo>
                      <a:pt x="610" y="1195"/>
                      <a:pt x="793" y="1248"/>
                      <a:pt x="993" y="1248"/>
                    </a:cubicBezTo>
                    <a:cubicBezTo>
                      <a:pt x="1554" y="1248"/>
                      <a:pt x="2253" y="836"/>
                      <a:pt x="2559" y="530"/>
                    </a:cubicBezTo>
                    <a:cubicBezTo>
                      <a:pt x="2207" y="224"/>
                      <a:pt x="1733" y="0"/>
                      <a:pt x="12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54"/>
              <p:cNvSpPr/>
              <p:nvPr/>
            </p:nvSpPr>
            <p:spPr>
              <a:xfrm>
                <a:off x="4687933" y="4643664"/>
                <a:ext cx="78391" cy="107289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2313" extrusionOk="0">
                    <a:moveTo>
                      <a:pt x="639" y="0"/>
                    </a:moveTo>
                    <a:cubicBezTo>
                      <a:pt x="247" y="465"/>
                      <a:pt x="1" y="1133"/>
                      <a:pt x="201" y="1734"/>
                    </a:cubicBezTo>
                    <a:cubicBezTo>
                      <a:pt x="309" y="2059"/>
                      <a:pt x="532" y="2313"/>
                      <a:pt x="790" y="2313"/>
                    </a:cubicBezTo>
                    <a:cubicBezTo>
                      <a:pt x="925" y="2313"/>
                      <a:pt x="1069" y="2244"/>
                      <a:pt x="1211" y="2081"/>
                    </a:cubicBezTo>
                    <a:cubicBezTo>
                      <a:pt x="1689" y="1535"/>
                      <a:pt x="1061" y="409"/>
                      <a:pt x="6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47" name="Google Shape;2447;p54"/>
          <p:cNvGrpSpPr/>
          <p:nvPr/>
        </p:nvGrpSpPr>
        <p:grpSpPr>
          <a:xfrm rot="10096696">
            <a:off x="3745826" y="4273199"/>
            <a:ext cx="245217" cy="162492"/>
            <a:chOff x="4324925" y="3720525"/>
            <a:chExt cx="47650" cy="31575"/>
          </a:xfrm>
        </p:grpSpPr>
        <p:sp>
          <p:nvSpPr>
            <p:cNvPr id="2448" name="Google Shape;2448;p54"/>
            <p:cNvSpPr/>
            <p:nvPr/>
          </p:nvSpPr>
          <p:spPr>
            <a:xfrm>
              <a:off x="4354700" y="3720525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22" y="1"/>
                  </a:moveTo>
                  <a:cubicBezTo>
                    <a:pt x="143" y="1"/>
                    <a:pt x="0" y="72"/>
                    <a:pt x="0" y="179"/>
                  </a:cubicBezTo>
                  <a:cubicBezTo>
                    <a:pt x="0" y="286"/>
                    <a:pt x="143" y="358"/>
                    <a:pt x="322" y="358"/>
                  </a:cubicBezTo>
                  <a:cubicBezTo>
                    <a:pt x="512" y="358"/>
                    <a:pt x="655" y="286"/>
                    <a:pt x="655" y="179"/>
                  </a:cubicBezTo>
                  <a:cubicBezTo>
                    <a:pt x="655" y="72"/>
                    <a:pt x="512" y="1"/>
                    <a:pt x="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54"/>
            <p:cNvSpPr/>
            <p:nvPr/>
          </p:nvSpPr>
          <p:spPr>
            <a:xfrm>
              <a:off x="4324925" y="3735700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22" y="1"/>
                  </a:moveTo>
                  <a:cubicBezTo>
                    <a:pt x="144" y="1"/>
                    <a:pt x="1" y="84"/>
                    <a:pt x="1" y="179"/>
                  </a:cubicBezTo>
                  <a:cubicBezTo>
                    <a:pt x="1" y="287"/>
                    <a:pt x="144" y="358"/>
                    <a:pt x="322" y="358"/>
                  </a:cubicBezTo>
                  <a:cubicBezTo>
                    <a:pt x="513" y="358"/>
                    <a:pt x="656" y="287"/>
                    <a:pt x="656" y="179"/>
                  </a:cubicBezTo>
                  <a:cubicBezTo>
                    <a:pt x="656" y="96"/>
                    <a:pt x="513" y="1"/>
                    <a:pt x="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54"/>
            <p:cNvSpPr/>
            <p:nvPr/>
          </p:nvSpPr>
          <p:spPr>
            <a:xfrm>
              <a:off x="4356175" y="3743150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34" y="0"/>
                  </a:moveTo>
                  <a:cubicBezTo>
                    <a:pt x="156" y="0"/>
                    <a:pt x="1" y="84"/>
                    <a:pt x="1" y="179"/>
                  </a:cubicBezTo>
                  <a:cubicBezTo>
                    <a:pt x="1" y="286"/>
                    <a:pt x="156" y="358"/>
                    <a:pt x="334" y="358"/>
                  </a:cubicBezTo>
                  <a:cubicBezTo>
                    <a:pt x="513" y="358"/>
                    <a:pt x="656" y="286"/>
                    <a:pt x="656" y="179"/>
                  </a:cubicBezTo>
                  <a:cubicBezTo>
                    <a:pt x="656" y="84"/>
                    <a:pt x="51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51" name="Google Shape;2451;p54"/>
          <p:cNvCxnSpPr>
            <a:stCxn id="2417" idx="6"/>
            <a:endCxn id="2423" idx="2"/>
          </p:cNvCxnSpPr>
          <p:nvPr/>
        </p:nvCxnSpPr>
        <p:spPr>
          <a:xfrm>
            <a:off x="1873181" y="2492200"/>
            <a:ext cx="2640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2" name="Google Shape;2452;p54"/>
          <p:cNvCxnSpPr>
            <a:endCxn id="2424" idx="2"/>
          </p:cNvCxnSpPr>
          <p:nvPr/>
        </p:nvCxnSpPr>
        <p:spPr>
          <a:xfrm>
            <a:off x="4639861" y="2492200"/>
            <a:ext cx="2631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3" name="Google Shape;2453;p54"/>
          <p:cNvCxnSpPr>
            <a:stCxn id="2424" idx="6"/>
          </p:cNvCxnSpPr>
          <p:nvPr/>
        </p:nvCxnSpPr>
        <p:spPr>
          <a:xfrm>
            <a:off x="7397761" y="2492200"/>
            <a:ext cx="19557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579682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55"/>
          <p:cNvSpPr/>
          <p:nvPr/>
        </p:nvSpPr>
        <p:spPr>
          <a:xfrm>
            <a:off x="6428451" y="4304089"/>
            <a:ext cx="1855579" cy="3663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dist="47625" dir="2580000" algn="bl" rotWithShape="0">
              <a:srgbClr val="000000">
                <a:alpha val="1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9" name="Google Shape;2459;p55"/>
          <p:cNvSpPr txBox="1">
            <a:spLocks noGrp="1"/>
          </p:cNvSpPr>
          <p:nvPr>
            <p:ph type="title"/>
          </p:nvPr>
        </p:nvSpPr>
        <p:spPr>
          <a:xfrm>
            <a:off x="712500" y="487775"/>
            <a:ext cx="771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WHOLE PROCESS</a:t>
            </a:r>
            <a:endParaRPr dirty="0"/>
          </a:p>
        </p:txBody>
      </p:sp>
      <p:sp>
        <p:nvSpPr>
          <p:cNvPr id="2460" name="Google Shape;2460;p55"/>
          <p:cNvSpPr txBox="1"/>
          <p:nvPr/>
        </p:nvSpPr>
        <p:spPr>
          <a:xfrm>
            <a:off x="713394" y="2691421"/>
            <a:ext cx="21936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QR Code</a:t>
            </a:r>
            <a:endParaRPr sz="1800" dirty="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461" name="Google Shape;2461;p55"/>
          <p:cNvSpPr txBox="1"/>
          <p:nvPr/>
        </p:nvSpPr>
        <p:spPr>
          <a:xfrm>
            <a:off x="713394" y="3011250"/>
            <a:ext cx="2193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The captcha was failed. A QR code scan is needed to verify humanity.</a:t>
            </a:r>
            <a:endParaRPr sz="16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462" name="Google Shape;2462;p55"/>
          <p:cNvSpPr txBox="1">
            <a:spLocks noGrp="1"/>
          </p:cNvSpPr>
          <p:nvPr>
            <p:ph type="title" idx="4294967295"/>
          </p:nvPr>
        </p:nvSpPr>
        <p:spPr>
          <a:xfrm>
            <a:off x="860831" y="1752400"/>
            <a:ext cx="1898700" cy="489000"/>
          </a:xfrm>
          <a:prstGeom prst="rect">
            <a:avLst/>
          </a:prstGeom>
          <a:solidFill>
            <a:schemeClr val="lt1"/>
          </a:solidFill>
          <a:effectLst>
            <a:outerShdw dist="38100" dir="3300000" algn="bl" rotWithShape="0">
              <a:srgbClr val="000000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463" name="Google Shape;2463;p55"/>
          <p:cNvSpPr txBox="1">
            <a:spLocks noGrp="1"/>
          </p:cNvSpPr>
          <p:nvPr>
            <p:ph type="title" idx="4294967295"/>
          </p:nvPr>
        </p:nvSpPr>
        <p:spPr>
          <a:xfrm>
            <a:off x="3623588" y="1752400"/>
            <a:ext cx="1898700" cy="489000"/>
          </a:xfrm>
          <a:prstGeom prst="rect">
            <a:avLst/>
          </a:prstGeom>
          <a:solidFill>
            <a:schemeClr val="lt1"/>
          </a:solidFill>
          <a:effectLst>
            <a:outerShdw dist="38100" dir="3300000" algn="bl" rotWithShape="0">
              <a:srgbClr val="000000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2464" name="Google Shape;2464;p55"/>
          <p:cNvCxnSpPr>
            <a:endCxn id="2465" idx="2"/>
          </p:cNvCxnSpPr>
          <p:nvPr/>
        </p:nvCxnSpPr>
        <p:spPr>
          <a:xfrm rot="10800000" flipH="1">
            <a:off x="-80119" y="2492200"/>
            <a:ext cx="1827300" cy="5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5" name="Google Shape;2465;p55"/>
          <p:cNvSpPr/>
          <p:nvPr/>
        </p:nvSpPr>
        <p:spPr>
          <a:xfrm>
            <a:off x="1747181" y="2429200"/>
            <a:ext cx="126000" cy="12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6" name="Google Shape;2466;p55"/>
          <p:cNvSpPr txBox="1"/>
          <p:nvPr/>
        </p:nvSpPr>
        <p:spPr>
          <a:xfrm>
            <a:off x="3475200" y="2691421"/>
            <a:ext cx="21936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Error</a:t>
            </a:r>
            <a:endParaRPr sz="1800" dirty="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467" name="Google Shape;2467;p55"/>
          <p:cNvSpPr txBox="1"/>
          <p:nvPr/>
        </p:nvSpPr>
        <p:spPr>
          <a:xfrm>
            <a:off x="3475200" y="3011250"/>
            <a:ext cx="2193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Okay, fine, you might be a human. But Windows needs to be deleted in order to run your code.</a:t>
            </a:r>
            <a:endParaRPr sz="16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468" name="Google Shape;2468;p55"/>
          <p:cNvSpPr txBox="1">
            <a:spLocks noGrp="1"/>
          </p:cNvSpPr>
          <p:nvPr>
            <p:ph type="title" idx="4294967295"/>
          </p:nvPr>
        </p:nvSpPr>
        <p:spPr>
          <a:xfrm>
            <a:off x="6385394" y="1752400"/>
            <a:ext cx="1898700" cy="489000"/>
          </a:xfrm>
          <a:prstGeom prst="rect">
            <a:avLst/>
          </a:prstGeom>
          <a:solidFill>
            <a:schemeClr val="lt1"/>
          </a:solidFill>
          <a:effectLst>
            <a:outerShdw dist="38100" dir="3300000" algn="bl" rotWithShape="0">
              <a:srgbClr val="000000">
                <a:alpha val="1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2025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469" name="Google Shape;2469;p55"/>
          <p:cNvSpPr txBox="1"/>
          <p:nvPr/>
        </p:nvSpPr>
        <p:spPr>
          <a:xfrm>
            <a:off x="6237006" y="2691421"/>
            <a:ext cx="21936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DOOM</a:t>
            </a:r>
            <a:endParaRPr sz="1800" dirty="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470" name="Google Shape;2470;p55"/>
          <p:cNvSpPr txBox="1"/>
          <p:nvPr/>
        </p:nvSpPr>
        <p:spPr>
          <a:xfrm>
            <a:off x="6237006" y="3011250"/>
            <a:ext cx="2193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It will help you. It will save you. It will  make you print “Hello World!” to your terminal.</a:t>
            </a:r>
            <a:endParaRPr sz="16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471" name="Google Shape;2471;p55"/>
          <p:cNvSpPr/>
          <p:nvPr/>
        </p:nvSpPr>
        <p:spPr>
          <a:xfrm>
            <a:off x="4513804" y="2429200"/>
            <a:ext cx="126000" cy="12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2" name="Google Shape;2472;p55"/>
          <p:cNvSpPr/>
          <p:nvPr/>
        </p:nvSpPr>
        <p:spPr>
          <a:xfrm>
            <a:off x="7271761" y="2429200"/>
            <a:ext cx="126000" cy="12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3" name="Google Shape;2473;p55"/>
          <p:cNvSpPr/>
          <p:nvPr/>
        </p:nvSpPr>
        <p:spPr>
          <a:xfrm>
            <a:off x="6644710" y="4424239"/>
            <a:ext cx="126000" cy="12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4" name="Google Shape;2474;p55"/>
          <p:cNvSpPr txBox="1"/>
          <p:nvPr/>
        </p:nvSpPr>
        <p:spPr>
          <a:xfrm>
            <a:off x="6856030" y="4349646"/>
            <a:ext cx="14976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Hint: It works!</a:t>
            </a:r>
            <a:endParaRPr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475" name="Google Shape;2475;p55"/>
          <p:cNvSpPr/>
          <p:nvPr/>
        </p:nvSpPr>
        <p:spPr>
          <a:xfrm rot="9135727" flipH="1">
            <a:off x="7018398" y="-231039"/>
            <a:ext cx="2108900" cy="921819"/>
          </a:xfrm>
          <a:custGeom>
            <a:avLst/>
            <a:gdLst/>
            <a:ahLst/>
            <a:cxnLst/>
            <a:rect l="l" t="t" r="r" b="b"/>
            <a:pathLst>
              <a:path w="22356" h="9772" extrusionOk="0">
                <a:moveTo>
                  <a:pt x="4959" y="1"/>
                </a:moveTo>
                <a:cubicBezTo>
                  <a:pt x="6515" y="1970"/>
                  <a:pt x="6425" y="4422"/>
                  <a:pt x="7791" y="5346"/>
                </a:cubicBezTo>
                <a:cubicBezTo>
                  <a:pt x="7453" y="5252"/>
                  <a:pt x="7117" y="5152"/>
                  <a:pt x="6783" y="5046"/>
                </a:cubicBezTo>
                <a:cubicBezTo>
                  <a:pt x="6560" y="4148"/>
                  <a:pt x="6143" y="3307"/>
                  <a:pt x="5557" y="2590"/>
                </a:cubicBezTo>
                <a:cubicBezTo>
                  <a:pt x="4806" y="1667"/>
                  <a:pt x="3806" y="982"/>
                  <a:pt x="2825" y="310"/>
                </a:cubicBezTo>
                <a:lnTo>
                  <a:pt x="2825" y="310"/>
                </a:lnTo>
                <a:cubicBezTo>
                  <a:pt x="4609" y="1860"/>
                  <a:pt x="5039" y="4104"/>
                  <a:pt x="6347" y="4905"/>
                </a:cubicBezTo>
                <a:cubicBezTo>
                  <a:pt x="6177" y="4849"/>
                  <a:pt x="6007" y="4791"/>
                  <a:pt x="5839" y="4731"/>
                </a:cubicBezTo>
                <a:cubicBezTo>
                  <a:pt x="5178" y="4110"/>
                  <a:pt x="4390" y="3640"/>
                  <a:pt x="3530" y="3353"/>
                </a:cubicBezTo>
                <a:cubicBezTo>
                  <a:pt x="2400" y="2979"/>
                  <a:pt x="1190" y="2935"/>
                  <a:pt x="1" y="2894"/>
                </a:cubicBezTo>
                <a:lnTo>
                  <a:pt x="1" y="2894"/>
                </a:lnTo>
                <a:cubicBezTo>
                  <a:pt x="2320" y="3244"/>
                  <a:pt x="3878" y="4884"/>
                  <a:pt x="5402" y="4884"/>
                </a:cubicBezTo>
                <a:cubicBezTo>
                  <a:pt x="5545" y="4884"/>
                  <a:pt x="5687" y="4869"/>
                  <a:pt x="5830" y="4838"/>
                </a:cubicBezTo>
                <a:cubicBezTo>
                  <a:pt x="6148" y="4950"/>
                  <a:pt x="6468" y="5057"/>
                  <a:pt x="6790" y="5158"/>
                </a:cubicBezTo>
                <a:cubicBezTo>
                  <a:pt x="6721" y="5151"/>
                  <a:pt x="6652" y="5148"/>
                  <a:pt x="6582" y="5148"/>
                </a:cubicBezTo>
                <a:cubicBezTo>
                  <a:pt x="5121" y="5148"/>
                  <a:pt x="3461" y="6499"/>
                  <a:pt x="1229" y="6616"/>
                </a:cubicBezTo>
                <a:cubicBezTo>
                  <a:pt x="1787" y="6652"/>
                  <a:pt x="2350" y="6687"/>
                  <a:pt x="2910" y="6687"/>
                </a:cubicBezTo>
                <a:cubicBezTo>
                  <a:pt x="3542" y="6687"/>
                  <a:pt x="4172" y="6642"/>
                  <a:pt x="4788" y="6502"/>
                </a:cubicBezTo>
                <a:cubicBezTo>
                  <a:pt x="5697" y="6296"/>
                  <a:pt x="6548" y="5888"/>
                  <a:pt x="7280" y="5308"/>
                </a:cubicBezTo>
                <a:cubicBezTo>
                  <a:pt x="7686" y="5429"/>
                  <a:pt x="8093" y="5541"/>
                  <a:pt x="8503" y="5646"/>
                </a:cubicBezTo>
                <a:cubicBezTo>
                  <a:pt x="8490" y="5646"/>
                  <a:pt x="8477" y="5645"/>
                  <a:pt x="8464" y="5645"/>
                </a:cubicBezTo>
                <a:cubicBezTo>
                  <a:pt x="6938" y="5645"/>
                  <a:pt x="5384" y="7297"/>
                  <a:pt x="3062" y="7653"/>
                </a:cubicBezTo>
                <a:cubicBezTo>
                  <a:pt x="4253" y="7608"/>
                  <a:pt x="5462" y="7563"/>
                  <a:pt x="6591" y="7184"/>
                </a:cubicBezTo>
                <a:cubicBezTo>
                  <a:pt x="7471" y="6887"/>
                  <a:pt x="8275" y="6398"/>
                  <a:pt x="8944" y="5752"/>
                </a:cubicBezTo>
                <a:cubicBezTo>
                  <a:pt x="9298" y="5837"/>
                  <a:pt x="9654" y="5915"/>
                  <a:pt x="10012" y="5987"/>
                </a:cubicBezTo>
                <a:cubicBezTo>
                  <a:pt x="8395" y="6045"/>
                  <a:pt x="7102" y="8083"/>
                  <a:pt x="4742" y="8835"/>
                </a:cubicBezTo>
                <a:cubicBezTo>
                  <a:pt x="5912" y="8608"/>
                  <a:pt x="7099" y="8373"/>
                  <a:pt x="8156" y="7821"/>
                </a:cubicBezTo>
                <a:cubicBezTo>
                  <a:pt x="8980" y="7391"/>
                  <a:pt x="9699" y="6781"/>
                  <a:pt x="10259" y="6038"/>
                </a:cubicBezTo>
                <a:cubicBezTo>
                  <a:pt x="10596" y="6103"/>
                  <a:pt x="10933" y="6163"/>
                  <a:pt x="11271" y="6215"/>
                </a:cubicBezTo>
                <a:cubicBezTo>
                  <a:pt x="9659" y="6468"/>
                  <a:pt x="8653" y="8680"/>
                  <a:pt x="6403" y="9750"/>
                </a:cubicBezTo>
                <a:cubicBezTo>
                  <a:pt x="7531" y="9367"/>
                  <a:pt x="8675" y="8974"/>
                  <a:pt x="9649" y="8286"/>
                </a:cubicBezTo>
                <a:cubicBezTo>
                  <a:pt x="10404" y="7753"/>
                  <a:pt x="11031" y="7057"/>
                  <a:pt x="11486" y="6249"/>
                </a:cubicBezTo>
                <a:cubicBezTo>
                  <a:pt x="11931" y="6318"/>
                  <a:pt x="12379" y="6378"/>
                  <a:pt x="12827" y="6426"/>
                </a:cubicBezTo>
                <a:cubicBezTo>
                  <a:pt x="11261" y="6690"/>
                  <a:pt x="10169" y="8799"/>
                  <a:pt x="7926" y="9760"/>
                </a:cubicBezTo>
                <a:cubicBezTo>
                  <a:pt x="9069" y="9421"/>
                  <a:pt x="10227" y="9072"/>
                  <a:pt x="11224" y="8421"/>
                </a:cubicBezTo>
                <a:cubicBezTo>
                  <a:pt x="12000" y="7917"/>
                  <a:pt x="12652" y="7247"/>
                  <a:pt x="13136" y="6459"/>
                </a:cubicBezTo>
                <a:cubicBezTo>
                  <a:pt x="13713" y="6517"/>
                  <a:pt x="14289" y="6558"/>
                  <a:pt x="14866" y="6584"/>
                </a:cubicBezTo>
                <a:cubicBezTo>
                  <a:pt x="13331" y="6862"/>
                  <a:pt x="12186" y="8884"/>
                  <a:pt x="9956" y="9771"/>
                </a:cubicBezTo>
                <a:cubicBezTo>
                  <a:pt x="11105" y="9462"/>
                  <a:pt x="12274" y="9144"/>
                  <a:pt x="13290" y="8523"/>
                </a:cubicBezTo>
                <a:cubicBezTo>
                  <a:pt x="14081" y="8035"/>
                  <a:pt x="14754" y="7379"/>
                  <a:pt x="15260" y="6600"/>
                </a:cubicBezTo>
                <a:cubicBezTo>
                  <a:pt x="15609" y="6612"/>
                  <a:pt x="15958" y="6617"/>
                  <a:pt x="16307" y="6617"/>
                </a:cubicBezTo>
                <a:cubicBezTo>
                  <a:pt x="18337" y="6617"/>
                  <a:pt x="20362" y="6420"/>
                  <a:pt x="22356" y="6025"/>
                </a:cubicBezTo>
                <a:lnTo>
                  <a:pt x="22332" y="5922"/>
                </a:lnTo>
                <a:cubicBezTo>
                  <a:pt x="20346" y="6314"/>
                  <a:pt x="18328" y="6511"/>
                  <a:pt x="16303" y="6511"/>
                </a:cubicBezTo>
                <a:cubicBezTo>
                  <a:pt x="16189" y="6511"/>
                  <a:pt x="16075" y="6511"/>
                  <a:pt x="15961" y="6510"/>
                </a:cubicBezTo>
                <a:cubicBezTo>
                  <a:pt x="15693" y="5622"/>
                  <a:pt x="15232" y="4805"/>
                  <a:pt x="14611" y="4117"/>
                </a:cubicBezTo>
                <a:cubicBezTo>
                  <a:pt x="13810" y="3235"/>
                  <a:pt x="12778" y="2603"/>
                  <a:pt x="11763" y="1983"/>
                </a:cubicBezTo>
                <a:lnTo>
                  <a:pt x="11763" y="1983"/>
                </a:lnTo>
                <a:cubicBezTo>
                  <a:pt x="13742" y="3530"/>
                  <a:pt x="14233" y="5937"/>
                  <a:pt x="15784" y="6508"/>
                </a:cubicBezTo>
                <a:cubicBezTo>
                  <a:pt x="15167" y="6497"/>
                  <a:pt x="14553" y="6470"/>
                  <a:pt x="13939" y="6425"/>
                </a:cubicBezTo>
                <a:cubicBezTo>
                  <a:pt x="13812" y="5512"/>
                  <a:pt x="13485" y="4637"/>
                  <a:pt x="12983" y="3868"/>
                </a:cubicBezTo>
                <a:cubicBezTo>
                  <a:pt x="12330" y="2870"/>
                  <a:pt x="11411" y="2084"/>
                  <a:pt x="10503" y="1312"/>
                </a:cubicBezTo>
                <a:lnTo>
                  <a:pt x="10503" y="1312"/>
                </a:lnTo>
                <a:cubicBezTo>
                  <a:pt x="12215" y="3148"/>
                  <a:pt x="12325" y="5601"/>
                  <a:pt x="13762" y="6408"/>
                </a:cubicBezTo>
                <a:cubicBezTo>
                  <a:pt x="13205" y="6363"/>
                  <a:pt x="12652" y="6305"/>
                  <a:pt x="12099" y="6231"/>
                </a:cubicBezTo>
                <a:cubicBezTo>
                  <a:pt x="12101" y="5302"/>
                  <a:pt x="11897" y="4386"/>
                  <a:pt x="11501" y="3546"/>
                </a:cubicBezTo>
                <a:cubicBezTo>
                  <a:pt x="10991" y="2469"/>
                  <a:pt x="10189" y="1564"/>
                  <a:pt x="9396" y="675"/>
                </a:cubicBezTo>
                <a:lnTo>
                  <a:pt x="9396" y="675"/>
                </a:lnTo>
                <a:cubicBezTo>
                  <a:pt x="10861" y="2760"/>
                  <a:pt x="10605" y="5248"/>
                  <a:pt x="11985" y="6217"/>
                </a:cubicBezTo>
                <a:cubicBezTo>
                  <a:pt x="11629" y="6166"/>
                  <a:pt x="11273" y="6112"/>
                  <a:pt x="10919" y="6052"/>
                </a:cubicBezTo>
                <a:cubicBezTo>
                  <a:pt x="10868" y="5120"/>
                  <a:pt x="10610" y="4213"/>
                  <a:pt x="10164" y="3392"/>
                </a:cubicBezTo>
                <a:cubicBezTo>
                  <a:pt x="9593" y="2348"/>
                  <a:pt x="8736" y="1493"/>
                  <a:pt x="7892" y="651"/>
                </a:cubicBezTo>
                <a:lnTo>
                  <a:pt x="7892" y="651"/>
                </a:lnTo>
                <a:cubicBezTo>
                  <a:pt x="9481" y="2648"/>
                  <a:pt x="9369" y="5147"/>
                  <a:pt x="10807" y="6031"/>
                </a:cubicBezTo>
                <a:cubicBezTo>
                  <a:pt x="10395" y="5958"/>
                  <a:pt x="9987" y="5879"/>
                  <a:pt x="9578" y="5790"/>
                </a:cubicBezTo>
                <a:cubicBezTo>
                  <a:pt x="9473" y="4869"/>
                  <a:pt x="9164" y="3981"/>
                  <a:pt x="8675" y="3194"/>
                </a:cubicBezTo>
                <a:cubicBezTo>
                  <a:pt x="8042" y="2183"/>
                  <a:pt x="7139" y="1377"/>
                  <a:pt x="6248" y="588"/>
                </a:cubicBezTo>
                <a:lnTo>
                  <a:pt x="6248" y="588"/>
                </a:lnTo>
                <a:cubicBezTo>
                  <a:pt x="7919" y="2458"/>
                  <a:pt x="7979" y="4908"/>
                  <a:pt x="9396" y="5749"/>
                </a:cubicBezTo>
                <a:cubicBezTo>
                  <a:pt x="8917" y="5642"/>
                  <a:pt x="8440" y="5525"/>
                  <a:pt x="7966" y="5396"/>
                </a:cubicBezTo>
                <a:cubicBezTo>
                  <a:pt x="7917" y="4469"/>
                  <a:pt x="7663" y="3566"/>
                  <a:pt x="7222" y="2749"/>
                </a:cubicBezTo>
                <a:cubicBezTo>
                  <a:pt x="6653" y="1703"/>
                  <a:pt x="5800" y="844"/>
                  <a:pt x="4959" y="1"/>
                </a:cubicBezTo>
                <a:close/>
              </a:path>
            </a:pathLst>
          </a:custGeom>
          <a:solidFill>
            <a:srgbClr val="67B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6" name="Google Shape;2476;p55"/>
          <p:cNvSpPr/>
          <p:nvPr/>
        </p:nvSpPr>
        <p:spPr>
          <a:xfrm rot="3791244" flipH="1">
            <a:off x="8057018" y="-81191"/>
            <a:ext cx="1170892" cy="991136"/>
          </a:xfrm>
          <a:custGeom>
            <a:avLst/>
            <a:gdLst/>
            <a:ahLst/>
            <a:cxnLst/>
            <a:rect l="l" t="t" r="r" b="b"/>
            <a:pathLst>
              <a:path w="29768" h="25198" extrusionOk="0">
                <a:moveTo>
                  <a:pt x="28706" y="0"/>
                </a:moveTo>
                <a:cubicBezTo>
                  <a:pt x="28706" y="0"/>
                  <a:pt x="28683" y="107"/>
                  <a:pt x="28647" y="286"/>
                </a:cubicBezTo>
                <a:cubicBezTo>
                  <a:pt x="28635" y="369"/>
                  <a:pt x="28611" y="488"/>
                  <a:pt x="28575" y="631"/>
                </a:cubicBezTo>
                <a:cubicBezTo>
                  <a:pt x="28552" y="762"/>
                  <a:pt x="28516" y="905"/>
                  <a:pt x="28456" y="1072"/>
                </a:cubicBezTo>
                <a:cubicBezTo>
                  <a:pt x="28397" y="1238"/>
                  <a:pt x="28337" y="1429"/>
                  <a:pt x="28278" y="1619"/>
                </a:cubicBezTo>
                <a:cubicBezTo>
                  <a:pt x="28218" y="1834"/>
                  <a:pt x="28111" y="2036"/>
                  <a:pt x="28028" y="2262"/>
                </a:cubicBezTo>
                <a:cubicBezTo>
                  <a:pt x="27980" y="2369"/>
                  <a:pt x="27933" y="2477"/>
                  <a:pt x="27897" y="2596"/>
                </a:cubicBezTo>
                <a:cubicBezTo>
                  <a:pt x="26399" y="2354"/>
                  <a:pt x="20976" y="1508"/>
                  <a:pt x="18281" y="1508"/>
                </a:cubicBezTo>
                <a:cubicBezTo>
                  <a:pt x="17119" y="1508"/>
                  <a:pt x="16464" y="1665"/>
                  <a:pt x="16848" y="2096"/>
                </a:cubicBezTo>
                <a:cubicBezTo>
                  <a:pt x="17861" y="3230"/>
                  <a:pt x="22903" y="3406"/>
                  <a:pt x="25750" y="3406"/>
                </a:cubicBezTo>
                <a:cubicBezTo>
                  <a:pt x="26550" y="3406"/>
                  <a:pt x="27176" y="3392"/>
                  <a:pt x="27492" y="3381"/>
                </a:cubicBezTo>
                <a:lnTo>
                  <a:pt x="27492" y="3381"/>
                </a:lnTo>
                <a:cubicBezTo>
                  <a:pt x="27432" y="3501"/>
                  <a:pt x="27361" y="3620"/>
                  <a:pt x="27278" y="3739"/>
                </a:cubicBezTo>
                <a:cubicBezTo>
                  <a:pt x="27123" y="4001"/>
                  <a:pt x="26968" y="4286"/>
                  <a:pt x="26778" y="4560"/>
                </a:cubicBezTo>
                <a:cubicBezTo>
                  <a:pt x="26587" y="4822"/>
                  <a:pt x="26409" y="5120"/>
                  <a:pt x="26182" y="5394"/>
                </a:cubicBezTo>
                <a:cubicBezTo>
                  <a:pt x="25968" y="5667"/>
                  <a:pt x="25754" y="5965"/>
                  <a:pt x="25516" y="6239"/>
                </a:cubicBezTo>
                <a:cubicBezTo>
                  <a:pt x="25397" y="6382"/>
                  <a:pt x="25277" y="6525"/>
                  <a:pt x="25158" y="6668"/>
                </a:cubicBezTo>
                <a:cubicBezTo>
                  <a:pt x="25039" y="6822"/>
                  <a:pt x="24896" y="6953"/>
                  <a:pt x="24765" y="7096"/>
                </a:cubicBezTo>
                <a:cubicBezTo>
                  <a:pt x="24658" y="7215"/>
                  <a:pt x="24563" y="7334"/>
                  <a:pt x="24444" y="7453"/>
                </a:cubicBezTo>
                <a:cubicBezTo>
                  <a:pt x="22451" y="7037"/>
                  <a:pt x="16306" y="5777"/>
                  <a:pt x="13663" y="5777"/>
                </a:cubicBezTo>
                <a:cubicBezTo>
                  <a:pt x="12753" y="5777"/>
                  <a:pt x="12258" y="5926"/>
                  <a:pt x="12490" y="6310"/>
                </a:cubicBezTo>
                <a:cubicBezTo>
                  <a:pt x="13383" y="7787"/>
                  <a:pt x="21360" y="8096"/>
                  <a:pt x="23742" y="8156"/>
                </a:cubicBezTo>
                <a:cubicBezTo>
                  <a:pt x="23515" y="8382"/>
                  <a:pt x="23289" y="8584"/>
                  <a:pt x="23075" y="8799"/>
                </a:cubicBezTo>
                <a:cubicBezTo>
                  <a:pt x="22777" y="9085"/>
                  <a:pt x="22456" y="9346"/>
                  <a:pt x="22158" y="9632"/>
                </a:cubicBezTo>
                <a:cubicBezTo>
                  <a:pt x="21848" y="9894"/>
                  <a:pt x="21539" y="10168"/>
                  <a:pt x="21206" y="10430"/>
                </a:cubicBezTo>
                <a:cubicBezTo>
                  <a:pt x="20717" y="10835"/>
                  <a:pt x="20217" y="11228"/>
                  <a:pt x="19705" y="11597"/>
                </a:cubicBezTo>
                <a:cubicBezTo>
                  <a:pt x="18173" y="10937"/>
                  <a:pt x="11342" y="8009"/>
                  <a:pt x="9539" y="8009"/>
                </a:cubicBezTo>
                <a:cubicBezTo>
                  <a:pt x="9030" y="8009"/>
                  <a:pt x="8921" y="8242"/>
                  <a:pt x="9442" y="8823"/>
                </a:cubicBezTo>
                <a:cubicBezTo>
                  <a:pt x="11204" y="10811"/>
                  <a:pt x="17372" y="11894"/>
                  <a:pt x="18979" y="12144"/>
                </a:cubicBezTo>
                <a:cubicBezTo>
                  <a:pt x="18408" y="12561"/>
                  <a:pt x="17836" y="12954"/>
                  <a:pt x="17276" y="13335"/>
                </a:cubicBezTo>
                <a:cubicBezTo>
                  <a:pt x="16824" y="13645"/>
                  <a:pt x="16372" y="13930"/>
                  <a:pt x="15931" y="14204"/>
                </a:cubicBezTo>
                <a:cubicBezTo>
                  <a:pt x="14714" y="13877"/>
                  <a:pt x="8313" y="12201"/>
                  <a:pt x="6010" y="12201"/>
                </a:cubicBezTo>
                <a:cubicBezTo>
                  <a:pt x="5385" y="12201"/>
                  <a:pt x="5062" y="12325"/>
                  <a:pt x="5227" y="12633"/>
                </a:cubicBezTo>
                <a:cubicBezTo>
                  <a:pt x="5954" y="13990"/>
                  <a:pt x="13276" y="14585"/>
                  <a:pt x="15121" y="14704"/>
                </a:cubicBezTo>
                <a:cubicBezTo>
                  <a:pt x="14598" y="15014"/>
                  <a:pt x="14109" y="15312"/>
                  <a:pt x="13645" y="15573"/>
                </a:cubicBezTo>
                <a:cubicBezTo>
                  <a:pt x="12562" y="16193"/>
                  <a:pt x="11645" y="16681"/>
                  <a:pt x="10990" y="17014"/>
                </a:cubicBezTo>
                <a:cubicBezTo>
                  <a:pt x="9274" y="16537"/>
                  <a:pt x="4757" y="15316"/>
                  <a:pt x="3092" y="15316"/>
                </a:cubicBezTo>
                <a:cubicBezTo>
                  <a:pt x="2469" y="15316"/>
                  <a:pt x="2245" y="15487"/>
                  <a:pt x="2715" y="15931"/>
                </a:cubicBezTo>
                <a:cubicBezTo>
                  <a:pt x="4356" y="17469"/>
                  <a:pt x="8286" y="17610"/>
                  <a:pt x="9787" y="17610"/>
                </a:cubicBezTo>
                <a:cubicBezTo>
                  <a:pt x="9865" y="17610"/>
                  <a:pt x="9937" y="17610"/>
                  <a:pt x="10002" y="17609"/>
                </a:cubicBezTo>
                <a:lnTo>
                  <a:pt x="10061" y="17728"/>
                </a:lnTo>
                <a:cubicBezTo>
                  <a:pt x="8311" y="18443"/>
                  <a:pt x="0" y="21848"/>
                  <a:pt x="1382" y="22265"/>
                </a:cubicBezTo>
                <a:cubicBezTo>
                  <a:pt x="1598" y="22330"/>
                  <a:pt x="1836" y="22360"/>
                  <a:pt x="2092" y="22360"/>
                </a:cubicBezTo>
                <a:cubicBezTo>
                  <a:pt x="5099" y="22360"/>
                  <a:pt x="10490" y="18193"/>
                  <a:pt x="10490" y="18193"/>
                </a:cubicBezTo>
                <a:lnTo>
                  <a:pt x="10490" y="18193"/>
                </a:lnTo>
                <a:cubicBezTo>
                  <a:pt x="10490" y="18193"/>
                  <a:pt x="7895" y="25197"/>
                  <a:pt x="9271" y="25197"/>
                </a:cubicBezTo>
                <a:cubicBezTo>
                  <a:pt x="9406" y="25197"/>
                  <a:pt x="9580" y="25129"/>
                  <a:pt x="9799" y="24979"/>
                </a:cubicBezTo>
                <a:cubicBezTo>
                  <a:pt x="10752" y="24325"/>
                  <a:pt x="11597" y="17657"/>
                  <a:pt x="11657" y="17216"/>
                </a:cubicBezTo>
                <a:cubicBezTo>
                  <a:pt x="12264" y="16907"/>
                  <a:pt x="13026" y="16502"/>
                  <a:pt x="13907" y="16026"/>
                </a:cubicBezTo>
                <a:cubicBezTo>
                  <a:pt x="14348" y="15776"/>
                  <a:pt x="14824" y="15514"/>
                  <a:pt x="15336" y="15216"/>
                </a:cubicBezTo>
                <a:lnTo>
                  <a:pt x="15336" y="15216"/>
                </a:lnTo>
                <a:cubicBezTo>
                  <a:pt x="14228" y="18026"/>
                  <a:pt x="12966" y="24098"/>
                  <a:pt x="13978" y="24444"/>
                </a:cubicBezTo>
                <a:cubicBezTo>
                  <a:pt x="13997" y="24450"/>
                  <a:pt x="14015" y="24452"/>
                  <a:pt x="14033" y="24452"/>
                </a:cubicBezTo>
                <a:cubicBezTo>
                  <a:pt x="14954" y="24452"/>
                  <a:pt x="15852" y="16842"/>
                  <a:pt x="16074" y="14764"/>
                </a:cubicBezTo>
                <a:cubicBezTo>
                  <a:pt x="16562" y="14466"/>
                  <a:pt x="17074" y="14157"/>
                  <a:pt x="17598" y="13811"/>
                </a:cubicBezTo>
                <a:cubicBezTo>
                  <a:pt x="18086" y="13490"/>
                  <a:pt x="18586" y="13156"/>
                  <a:pt x="19098" y="12799"/>
                </a:cubicBezTo>
                <a:lnTo>
                  <a:pt x="19098" y="12799"/>
                </a:lnTo>
                <a:cubicBezTo>
                  <a:pt x="18205" y="14811"/>
                  <a:pt x="15479" y="21241"/>
                  <a:pt x="17145" y="21681"/>
                </a:cubicBezTo>
                <a:cubicBezTo>
                  <a:pt x="17194" y="21694"/>
                  <a:pt x="17243" y="21701"/>
                  <a:pt x="17290" y="21701"/>
                </a:cubicBezTo>
                <a:cubicBezTo>
                  <a:pt x="18934" y="21701"/>
                  <a:pt x="19783" y="14101"/>
                  <a:pt x="19991" y="12180"/>
                </a:cubicBezTo>
                <a:cubicBezTo>
                  <a:pt x="20539" y="11775"/>
                  <a:pt x="21086" y="11359"/>
                  <a:pt x="21622" y="10942"/>
                </a:cubicBezTo>
                <a:lnTo>
                  <a:pt x="22610" y="10132"/>
                </a:lnTo>
                <a:cubicBezTo>
                  <a:pt x="22920" y="9858"/>
                  <a:pt x="23253" y="9585"/>
                  <a:pt x="23551" y="9299"/>
                </a:cubicBezTo>
                <a:lnTo>
                  <a:pt x="24265" y="8632"/>
                </a:lnTo>
                <a:lnTo>
                  <a:pt x="24265" y="8632"/>
                </a:lnTo>
                <a:cubicBezTo>
                  <a:pt x="23134" y="11859"/>
                  <a:pt x="21968" y="19050"/>
                  <a:pt x="23158" y="19383"/>
                </a:cubicBezTo>
                <a:cubicBezTo>
                  <a:pt x="23176" y="19388"/>
                  <a:pt x="23194" y="19391"/>
                  <a:pt x="23212" y="19391"/>
                </a:cubicBezTo>
                <a:cubicBezTo>
                  <a:pt x="24345" y="19391"/>
                  <a:pt x="24981" y="9417"/>
                  <a:pt x="25075" y="7811"/>
                </a:cubicBezTo>
                <a:cubicBezTo>
                  <a:pt x="25158" y="7739"/>
                  <a:pt x="25230" y="7668"/>
                  <a:pt x="25289" y="7596"/>
                </a:cubicBezTo>
                <a:cubicBezTo>
                  <a:pt x="25420" y="7441"/>
                  <a:pt x="25551" y="7311"/>
                  <a:pt x="25694" y="7156"/>
                </a:cubicBezTo>
                <a:cubicBezTo>
                  <a:pt x="25825" y="7013"/>
                  <a:pt x="25944" y="6858"/>
                  <a:pt x="26063" y="6715"/>
                </a:cubicBezTo>
                <a:cubicBezTo>
                  <a:pt x="26313" y="6429"/>
                  <a:pt x="26540" y="6132"/>
                  <a:pt x="26766" y="5834"/>
                </a:cubicBezTo>
                <a:cubicBezTo>
                  <a:pt x="27004" y="5548"/>
                  <a:pt x="27194" y="5251"/>
                  <a:pt x="27385" y="4977"/>
                </a:cubicBezTo>
                <a:cubicBezTo>
                  <a:pt x="27432" y="4917"/>
                  <a:pt x="27480" y="4858"/>
                  <a:pt x="27516" y="4774"/>
                </a:cubicBezTo>
                <a:lnTo>
                  <a:pt x="27516" y="4774"/>
                </a:lnTo>
                <a:cubicBezTo>
                  <a:pt x="27135" y="8584"/>
                  <a:pt x="27397" y="15109"/>
                  <a:pt x="28611" y="15216"/>
                </a:cubicBezTo>
                <a:cubicBezTo>
                  <a:pt x="28617" y="15217"/>
                  <a:pt x="28623" y="15217"/>
                  <a:pt x="28629" y="15217"/>
                </a:cubicBezTo>
                <a:cubicBezTo>
                  <a:pt x="29767" y="15217"/>
                  <a:pt x="28705" y="5940"/>
                  <a:pt x="28385" y="3322"/>
                </a:cubicBezTo>
                <a:lnTo>
                  <a:pt x="28385" y="3310"/>
                </a:lnTo>
                <a:cubicBezTo>
                  <a:pt x="28456" y="3167"/>
                  <a:pt x="28516" y="3048"/>
                  <a:pt x="28575" y="2917"/>
                </a:cubicBezTo>
                <a:cubicBezTo>
                  <a:pt x="28635" y="2786"/>
                  <a:pt x="28683" y="2667"/>
                  <a:pt x="28742" y="2548"/>
                </a:cubicBezTo>
                <a:cubicBezTo>
                  <a:pt x="28849" y="2310"/>
                  <a:pt x="28945" y="2084"/>
                  <a:pt x="29028" y="1857"/>
                </a:cubicBezTo>
                <a:cubicBezTo>
                  <a:pt x="29099" y="1643"/>
                  <a:pt x="29171" y="1441"/>
                  <a:pt x="29230" y="1262"/>
                </a:cubicBezTo>
                <a:cubicBezTo>
                  <a:pt x="29290" y="1084"/>
                  <a:pt x="29337" y="929"/>
                  <a:pt x="29361" y="774"/>
                </a:cubicBezTo>
                <a:cubicBezTo>
                  <a:pt x="29397" y="631"/>
                  <a:pt x="29421" y="512"/>
                  <a:pt x="29457" y="405"/>
                </a:cubicBezTo>
                <a:cubicBezTo>
                  <a:pt x="29504" y="214"/>
                  <a:pt x="29528" y="107"/>
                  <a:pt x="29528" y="107"/>
                </a:cubicBezTo>
                <a:lnTo>
                  <a:pt x="287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7" name="Google Shape;2477;p55"/>
          <p:cNvGrpSpPr/>
          <p:nvPr/>
        </p:nvGrpSpPr>
        <p:grpSpPr>
          <a:xfrm rot="10096696">
            <a:off x="2500351" y="4280811"/>
            <a:ext cx="245217" cy="162492"/>
            <a:chOff x="4324925" y="3720525"/>
            <a:chExt cx="47650" cy="31575"/>
          </a:xfrm>
        </p:grpSpPr>
        <p:sp>
          <p:nvSpPr>
            <p:cNvPr id="2478" name="Google Shape;2478;p55"/>
            <p:cNvSpPr/>
            <p:nvPr/>
          </p:nvSpPr>
          <p:spPr>
            <a:xfrm>
              <a:off x="4354700" y="3720525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22" y="1"/>
                  </a:moveTo>
                  <a:cubicBezTo>
                    <a:pt x="143" y="1"/>
                    <a:pt x="0" y="72"/>
                    <a:pt x="0" y="179"/>
                  </a:cubicBezTo>
                  <a:cubicBezTo>
                    <a:pt x="0" y="286"/>
                    <a:pt x="143" y="358"/>
                    <a:pt x="322" y="358"/>
                  </a:cubicBezTo>
                  <a:cubicBezTo>
                    <a:pt x="512" y="358"/>
                    <a:pt x="655" y="286"/>
                    <a:pt x="655" y="179"/>
                  </a:cubicBezTo>
                  <a:cubicBezTo>
                    <a:pt x="655" y="72"/>
                    <a:pt x="512" y="1"/>
                    <a:pt x="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5"/>
            <p:cNvSpPr/>
            <p:nvPr/>
          </p:nvSpPr>
          <p:spPr>
            <a:xfrm>
              <a:off x="4324925" y="3735700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22" y="1"/>
                  </a:moveTo>
                  <a:cubicBezTo>
                    <a:pt x="144" y="1"/>
                    <a:pt x="1" y="84"/>
                    <a:pt x="1" y="179"/>
                  </a:cubicBezTo>
                  <a:cubicBezTo>
                    <a:pt x="1" y="287"/>
                    <a:pt x="144" y="358"/>
                    <a:pt x="322" y="358"/>
                  </a:cubicBezTo>
                  <a:cubicBezTo>
                    <a:pt x="513" y="358"/>
                    <a:pt x="656" y="287"/>
                    <a:pt x="656" y="179"/>
                  </a:cubicBezTo>
                  <a:cubicBezTo>
                    <a:pt x="656" y="96"/>
                    <a:pt x="513" y="1"/>
                    <a:pt x="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5"/>
            <p:cNvSpPr/>
            <p:nvPr/>
          </p:nvSpPr>
          <p:spPr>
            <a:xfrm>
              <a:off x="4356175" y="3743150"/>
              <a:ext cx="16400" cy="8950"/>
            </a:xfrm>
            <a:custGeom>
              <a:avLst/>
              <a:gdLst/>
              <a:ahLst/>
              <a:cxnLst/>
              <a:rect l="l" t="t" r="r" b="b"/>
              <a:pathLst>
                <a:path w="656" h="358" extrusionOk="0">
                  <a:moveTo>
                    <a:pt x="334" y="0"/>
                  </a:moveTo>
                  <a:cubicBezTo>
                    <a:pt x="156" y="0"/>
                    <a:pt x="1" y="84"/>
                    <a:pt x="1" y="179"/>
                  </a:cubicBezTo>
                  <a:cubicBezTo>
                    <a:pt x="1" y="286"/>
                    <a:pt x="156" y="358"/>
                    <a:pt x="334" y="358"/>
                  </a:cubicBezTo>
                  <a:cubicBezTo>
                    <a:pt x="513" y="358"/>
                    <a:pt x="656" y="286"/>
                    <a:pt x="656" y="179"/>
                  </a:cubicBezTo>
                  <a:cubicBezTo>
                    <a:pt x="656" y="84"/>
                    <a:pt x="513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81" name="Google Shape;2481;p55"/>
          <p:cNvCxnSpPr>
            <a:stCxn id="2465" idx="6"/>
            <a:endCxn id="2471" idx="2"/>
          </p:cNvCxnSpPr>
          <p:nvPr/>
        </p:nvCxnSpPr>
        <p:spPr>
          <a:xfrm>
            <a:off x="1873181" y="2492200"/>
            <a:ext cx="2640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2" name="Google Shape;2482;p55"/>
          <p:cNvCxnSpPr>
            <a:stCxn id="2471" idx="6"/>
            <a:endCxn id="2472" idx="2"/>
          </p:cNvCxnSpPr>
          <p:nvPr/>
        </p:nvCxnSpPr>
        <p:spPr>
          <a:xfrm>
            <a:off x="4639804" y="2492200"/>
            <a:ext cx="26319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83" name="Google Shape;2483;p55"/>
          <p:cNvGrpSpPr/>
          <p:nvPr/>
        </p:nvGrpSpPr>
        <p:grpSpPr>
          <a:xfrm>
            <a:off x="472009" y="253568"/>
            <a:ext cx="1176088" cy="866826"/>
            <a:chOff x="472009" y="253568"/>
            <a:chExt cx="1176088" cy="866826"/>
          </a:xfrm>
        </p:grpSpPr>
        <p:sp>
          <p:nvSpPr>
            <p:cNvPr id="2484" name="Google Shape;2484;p55"/>
            <p:cNvSpPr/>
            <p:nvPr/>
          </p:nvSpPr>
          <p:spPr>
            <a:xfrm rot="-1004700" flipH="1">
              <a:off x="534578" y="392476"/>
              <a:ext cx="1050951" cy="589010"/>
            </a:xfrm>
            <a:custGeom>
              <a:avLst/>
              <a:gdLst/>
              <a:ahLst/>
              <a:cxnLst/>
              <a:rect l="l" t="t" r="r" b="b"/>
              <a:pathLst>
                <a:path w="16376" h="9178" extrusionOk="0">
                  <a:moveTo>
                    <a:pt x="4267" y="4770"/>
                  </a:moveTo>
                  <a:cubicBezTo>
                    <a:pt x="5153" y="4770"/>
                    <a:pt x="5983" y="5041"/>
                    <a:pt x="6322" y="5950"/>
                  </a:cubicBezTo>
                  <a:cubicBezTo>
                    <a:pt x="6358" y="6044"/>
                    <a:pt x="6409" y="6132"/>
                    <a:pt x="6475" y="6210"/>
                  </a:cubicBezTo>
                  <a:cubicBezTo>
                    <a:pt x="6437" y="6304"/>
                    <a:pt x="6414" y="6403"/>
                    <a:pt x="6408" y="6504"/>
                  </a:cubicBezTo>
                  <a:cubicBezTo>
                    <a:pt x="6341" y="7434"/>
                    <a:pt x="5776" y="7736"/>
                    <a:pt x="5100" y="7736"/>
                  </a:cubicBezTo>
                  <a:cubicBezTo>
                    <a:pt x="4710" y="7736"/>
                    <a:pt x="4282" y="7635"/>
                    <a:pt x="3892" y="7497"/>
                  </a:cubicBezTo>
                  <a:cubicBezTo>
                    <a:pt x="3308" y="7290"/>
                    <a:pt x="2792" y="6906"/>
                    <a:pt x="2367" y="6466"/>
                  </a:cubicBezTo>
                  <a:cubicBezTo>
                    <a:pt x="2121" y="6211"/>
                    <a:pt x="1940" y="5910"/>
                    <a:pt x="1780" y="5596"/>
                  </a:cubicBezTo>
                  <a:cubicBezTo>
                    <a:pt x="1712" y="5462"/>
                    <a:pt x="1671" y="5315"/>
                    <a:pt x="1625" y="5171"/>
                  </a:cubicBezTo>
                  <a:cubicBezTo>
                    <a:pt x="1598" y="5085"/>
                    <a:pt x="1585" y="4996"/>
                    <a:pt x="1587" y="4905"/>
                  </a:cubicBezTo>
                  <a:cubicBezTo>
                    <a:pt x="1598" y="4878"/>
                    <a:pt x="1608" y="4852"/>
                    <a:pt x="1620" y="4826"/>
                  </a:cubicBezTo>
                  <a:cubicBezTo>
                    <a:pt x="1740" y="4991"/>
                    <a:pt x="1928" y="5102"/>
                    <a:pt x="2154" y="5102"/>
                  </a:cubicBezTo>
                  <a:cubicBezTo>
                    <a:pt x="2219" y="5102"/>
                    <a:pt x="2287" y="5093"/>
                    <a:pt x="2357" y="5074"/>
                  </a:cubicBezTo>
                  <a:cubicBezTo>
                    <a:pt x="2902" y="4923"/>
                    <a:pt x="3600" y="4770"/>
                    <a:pt x="4267" y="4770"/>
                  </a:cubicBezTo>
                  <a:close/>
                  <a:moveTo>
                    <a:pt x="12037" y="4770"/>
                  </a:moveTo>
                  <a:cubicBezTo>
                    <a:pt x="12703" y="4770"/>
                    <a:pt x="13401" y="4923"/>
                    <a:pt x="13946" y="5074"/>
                  </a:cubicBezTo>
                  <a:cubicBezTo>
                    <a:pt x="14016" y="5093"/>
                    <a:pt x="14084" y="5102"/>
                    <a:pt x="14149" y="5102"/>
                  </a:cubicBezTo>
                  <a:cubicBezTo>
                    <a:pt x="14375" y="5102"/>
                    <a:pt x="14562" y="4992"/>
                    <a:pt x="14684" y="4827"/>
                  </a:cubicBezTo>
                  <a:cubicBezTo>
                    <a:pt x="14692" y="4850"/>
                    <a:pt x="14704" y="4872"/>
                    <a:pt x="14712" y="4895"/>
                  </a:cubicBezTo>
                  <a:cubicBezTo>
                    <a:pt x="14710" y="4892"/>
                    <a:pt x="14709" y="4891"/>
                    <a:pt x="14708" y="4891"/>
                  </a:cubicBezTo>
                  <a:lnTo>
                    <a:pt x="14708" y="4891"/>
                  </a:lnTo>
                  <a:cubicBezTo>
                    <a:pt x="14699" y="4891"/>
                    <a:pt x="14719" y="5020"/>
                    <a:pt x="14679" y="5171"/>
                  </a:cubicBezTo>
                  <a:cubicBezTo>
                    <a:pt x="14639" y="5317"/>
                    <a:pt x="14586" y="5459"/>
                    <a:pt x="14523" y="5596"/>
                  </a:cubicBezTo>
                  <a:cubicBezTo>
                    <a:pt x="14057" y="6620"/>
                    <a:pt x="13071" y="7320"/>
                    <a:pt x="12013" y="7626"/>
                  </a:cubicBezTo>
                  <a:cubicBezTo>
                    <a:pt x="11742" y="7704"/>
                    <a:pt x="11472" y="7748"/>
                    <a:pt x="11220" y="7748"/>
                  </a:cubicBezTo>
                  <a:cubicBezTo>
                    <a:pt x="10522" y="7748"/>
                    <a:pt x="9959" y="7407"/>
                    <a:pt x="9897" y="6496"/>
                  </a:cubicBezTo>
                  <a:cubicBezTo>
                    <a:pt x="9889" y="6398"/>
                    <a:pt x="9868" y="6301"/>
                    <a:pt x="9833" y="6210"/>
                  </a:cubicBezTo>
                  <a:cubicBezTo>
                    <a:pt x="9896" y="6134"/>
                    <a:pt x="9945" y="6046"/>
                    <a:pt x="9980" y="5953"/>
                  </a:cubicBezTo>
                  <a:cubicBezTo>
                    <a:pt x="10319" y="5042"/>
                    <a:pt x="11150" y="4770"/>
                    <a:pt x="12037" y="4770"/>
                  </a:cubicBezTo>
                  <a:close/>
                  <a:moveTo>
                    <a:pt x="12802" y="1"/>
                  </a:moveTo>
                  <a:cubicBezTo>
                    <a:pt x="12687" y="1"/>
                    <a:pt x="12590" y="28"/>
                    <a:pt x="12509" y="76"/>
                  </a:cubicBezTo>
                  <a:cubicBezTo>
                    <a:pt x="11601" y="347"/>
                    <a:pt x="11229" y="1364"/>
                    <a:pt x="11120" y="2280"/>
                  </a:cubicBezTo>
                  <a:cubicBezTo>
                    <a:pt x="11067" y="2721"/>
                    <a:pt x="11451" y="2971"/>
                    <a:pt x="11833" y="2971"/>
                  </a:cubicBezTo>
                  <a:cubicBezTo>
                    <a:pt x="12019" y="2971"/>
                    <a:pt x="12205" y="2911"/>
                    <a:pt x="12338" y="2785"/>
                  </a:cubicBezTo>
                  <a:cubicBezTo>
                    <a:pt x="12368" y="2755"/>
                    <a:pt x="12400" y="2730"/>
                    <a:pt x="12434" y="2707"/>
                  </a:cubicBezTo>
                  <a:cubicBezTo>
                    <a:pt x="12517" y="2831"/>
                    <a:pt x="12592" y="2963"/>
                    <a:pt x="12666" y="3094"/>
                  </a:cubicBezTo>
                  <a:cubicBezTo>
                    <a:pt x="12727" y="3200"/>
                    <a:pt x="12785" y="3309"/>
                    <a:pt x="12845" y="3416"/>
                  </a:cubicBezTo>
                  <a:cubicBezTo>
                    <a:pt x="12612" y="3393"/>
                    <a:pt x="12379" y="3380"/>
                    <a:pt x="12149" y="3380"/>
                  </a:cubicBezTo>
                  <a:cubicBezTo>
                    <a:pt x="10855" y="3380"/>
                    <a:pt x="9637" y="3781"/>
                    <a:pt x="8927" y="4918"/>
                  </a:cubicBezTo>
                  <a:cubicBezTo>
                    <a:pt x="8665" y="4861"/>
                    <a:pt x="8399" y="4832"/>
                    <a:pt x="8132" y="4832"/>
                  </a:cubicBezTo>
                  <a:cubicBezTo>
                    <a:pt x="7877" y="4832"/>
                    <a:pt x="7622" y="4858"/>
                    <a:pt x="7372" y="4912"/>
                  </a:cubicBezTo>
                  <a:cubicBezTo>
                    <a:pt x="6660" y="3780"/>
                    <a:pt x="5447" y="3380"/>
                    <a:pt x="4158" y="3380"/>
                  </a:cubicBezTo>
                  <a:cubicBezTo>
                    <a:pt x="3928" y="3380"/>
                    <a:pt x="3696" y="3393"/>
                    <a:pt x="3464" y="3416"/>
                  </a:cubicBezTo>
                  <a:cubicBezTo>
                    <a:pt x="3493" y="3362"/>
                    <a:pt x="3522" y="3307"/>
                    <a:pt x="3550" y="3253"/>
                  </a:cubicBezTo>
                  <a:cubicBezTo>
                    <a:pt x="3651" y="3067"/>
                    <a:pt x="3758" y="2887"/>
                    <a:pt x="3871" y="2710"/>
                  </a:cubicBezTo>
                  <a:cubicBezTo>
                    <a:pt x="3905" y="2730"/>
                    <a:pt x="3937" y="2757"/>
                    <a:pt x="3967" y="2783"/>
                  </a:cubicBezTo>
                  <a:cubicBezTo>
                    <a:pt x="4100" y="2910"/>
                    <a:pt x="4287" y="2971"/>
                    <a:pt x="4473" y="2971"/>
                  </a:cubicBezTo>
                  <a:cubicBezTo>
                    <a:pt x="4853" y="2971"/>
                    <a:pt x="5236" y="2721"/>
                    <a:pt x="5184" y="2280"/>
                  </a:cubicBezTo>
                  <a:cubicBezTo>
                    <a:pt x="5101" y="1587"/>
                    <a:pt x="4898" y="843"/>
                    <a:pt x="4358" y="365"/>
                  </a:cubicBezTo>
                  <a:cubicBezTo>
                    <a:pt x="4087" y="124"/>
                    <a:pt x="3793" y="19"/>
                    <a:pt x="3502" y="19"/>
                  </a:cubicBezTo>
                  <a:cubicBezTo>
                    <a:pt x="3064" y="19"/>
                    <a:pt x="2635" y="257"/>
                    <a:pt x="2308" y="628"/>
                  </a:cubicBezTo>
                  <a:cubicBezTo>
                    <a:pt x="1312" y="1758"/>
                    <a:pt x="710" y="3302"/>
                    <a:pt x="148" y="4683"/>
                  </a:cubicBezTo>
                  <a:cubicBezTo>
                    <a:pt x="0" y="5045"/>
                    <a:pt x="275" y="5669"/>
                    <a:pt x="412" y="6005"/>
                  </a:cubicBezTo>
                  <a:cubicBezTo>
                    <a:pt x="617" y="6511"/>
                    <a:pt x="907" y="6946"/>
                    <a:pt x="1257" y="7363"/>
                  </a:cubicBezTo>
                  <a:cubicBezTo>
                    <a:pt x="1902" y="8133"/>
                    <a:pt x="2834" y="8661"/>
                    <a:pt x="3780" y="8965"/>
                  </a:cubicBezTo>
                  <a:cubicBezTo>
                    <a:pt x="4194" y="9099"/>
                    <a:pt x="4649" y="9177"/>
                    <a:pt x="5101" y="9177"/>
                  </a:cubicBezTo>
                  <a:cubicBezTo>
                    <a:pt x="5484" y="9177"/>
                    <a:pt x="5864" y="9121"/>
                    <a:pt x="6214" y="8993"/>
                  </a:cubicBezTo>
                  <a:cubicBezTo>
                    <a:pt x="7101" y="8672"/>
                    <a:pt x="7584" y="7893"/>
                    <a:pt x="7762" y="7019"/>
                  </a:cubicBezTo>
                  <a:cubicBezTo>
                    <a:pt x="7890" y="6984"/>
                    <a:pt x="8022" y="6966"/>
                    <a:pt x="8153" y="6966"/>
                  </a:cubicBezTo>
                  <a:cubicBezTo>
                    <a:pt x="8285" y="6966"/>
                    <a:pt x="8416" y="6984"/>
                    <a:pt x="8544" y="7019"/>
                  </a:cubicBezTo>
                  <a:cubicBezTo>
                    <a:pt x="8828" y="8360"/>
                    <a:pt x="9825" y="9169"/>
                    <a:pt x="11214" y="9169"/>
                  </a:cubicBezTo>
                  <a:cubicBezTo>
                    <a:pt x="11323" y="9169"/>
                    <a:pt x="11434" y="9164"/>
                    <a:pt x="11548" y="9154"/>
                  </a:cubicBezTo>
                  <a:cubicBezTo>
                    <a:pt x="13162" y="9010"/>
                    <a:pt x="14639" y="8064"/>
                    <a:pt x="15527" y="6727"/>
                  </a:cubicBezTo>
                  <a:cubicBezTo>
                    <a:pt x="15841" y="6253"/>
                    <a:pt x="16376" y="5214"/>
                    <a:pt x="16139" y="4640"/>
                  </a:cubicBezTo>
                  <a:cubicBezTo>
                    <a:pt x="15936" y="4142"/>
                    <a:pt x="15721" y="3651"/>
                    <a:pt x="15492" y="3165"/>
                  </a:cubicBezTo>
                  <a:cubicBezTo>
                    <a:pt x="15046" y="2209"/>
                    <a:pt x="14426" y="608"/>
                    <a:pt x="13346" y="132"/>
                  </a:cubicBezTo>
                  <a:cubicBezTo>
                    <a:pt x="13246" y="53"/>
                    <a:pt x="13116" y="6"/>
                    <a:pt x="12954" y="6"/>
                  </a:cubicBezTo>
                  <a:cubicBezTo>
                    <a:pt x="12939" y="6"/>
                    <a:pt x="12923" y="7"/>
                    <a:pt x="12907" y="8"/>
                  </a:cubicBezTo>
                  <a:cubicBezTo>
                    <a:pt x="12871" y="3"/>
                    <a:pt x="12836" y="1"/>
                    <a:pt x="128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dist="38100" dir="3120000" algn="bl" rotWithShape="0">
                <a:srgbClr val="000000">
                  <a:alpha val="12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5" name="Google Shape;2485;p55"/>
            <p:cNvGrpSpPr/>
            <p:nvPr/>
          </p:nvGrpSpPr>
          <p:grpSpPr>
            <a:xfrm flipH="1">
              <a:off x="536768" y="313077"/>
              <a:ext cx="1042783" cy="746399"/>
              <a:chOff x="5869081" y="268459"/>
              <a:chExt cx="1133213" cy="811127"/>
            </a:xfrm>
          </p:grpSpPr>
          <p:sp>
            <p:nvSpPr>
              <p:cNvPr id="2486" name="Google Shape;2486;p55"/>
              <p:cNvSpPr/>
              <p:nvPr/>
            </p:nvSpPr>
            <p:spPr>
              <a:xfrm rot="1004646">
                <a:off x="5977460" y="298858"/>
                <a:ext cx="253721" cy="290057"/>
              </a:xfrm>
              <a:custGeom>
                <a:avLst/>
                <a:gdLst/>
                <a:ahLst/>
                <a:cxnLst/>
                <a:rect l="l" t="t" r="r" b="b"/>
                <a:pathLst>
                  <a:path w="3638" h="4159" extrusionOk="0">
                    <a:moveTo>
                      <a:pt x="2593" y="0"/>
                    </a:moveTo>
                    <a:cubicBezTo>
                      <a:pt x="2583" y="0"/>
                      <a:pt x="2574" y="1"/>
                      <a:pt x="2564" y="1"/>
                    </a:cubicBezTo>
                    <a:cubicBezTo>
                      <a:pt x="1663" y="36"/>
                      <a:pt x="0" y="4159"/>
                      <a:pt x="0" y="4159"/>
                    </a:cubicBezTo>
                    <a:lnTo>
                      <a:pt x="1099" y="4159"/>
                    </a:lnTo>
                    <a:cubicBezTo>
                      <a:pt x="1099" y="4159"/>
                      <a:pt x="2149" y="1941"/>
                      <a:pt x="2564" y="1422"/>
                    </a:cubicBezTo>
                    <a:cubicBezTo>
                      <a:pt x="2681" y="1275"/>
                      <a:pt x="2818" y="1222"/>
                      <a:pt x="2954" y="1222"/>
                    </a:cubicBezTo>
                    <a:cubicBezTo>
                      <a:pt x="3299" y="1222"/>
                      <a:pt x="3637" y="1561"/>
                      <a:pt x="3637" y="1561"/>
                    </a:cubicBezTo>
                    <a:cubicBezTo>
                      <a:pt x="3637" y="1561"/>
                      <a:pt x="3467" y="0"/>
                      <a:pt x="25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55"/>
              <p:cNvSpPr/>
              <p:nvPr/>
            </p:nvSpPr>
            <p:spPr>
              <a:xfrm rot="1004646">
                <a:off x="6712101" y="519897"/>
                <a:ext cx="253791" cy="290057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4159" extrusionOk="0">
                    <a:moveTo>
                      <a:pt x="1047" y="0"/>
                    </a:moveTo>
                    <a:cubicBezTo>
                      <a:pt x="172" y="0"/>
                      <a:pt x="0" y="1561"/>
                      <a:pt x="0" y="1561"/>
                    </a:cubicBezTo>
                    <a:cubicBezTo>
                      <a:pt x="0" y="1561"/>
                      <a:pt x="339" y="1222"/>
                      <a:pt x="684" y="1222"/>
                    </a:cubicBezTo>
                    <a:cubicBezTo>
                      <a:pt x="820" y="1222"/>
                      <a:pt x="958" y="1275"/>
                      <a:pt x="1075" y="1422"/>
                    </a:cubicBezTo>
                    <a:cubicBezTo>
                      <a:pt x="1492" y="1941"/>
                      <a:pt x="2541" y="4159"/>
                      <a:pt x="2541" y="4159"/>
                    </a:cubicBezTo>
                    <a:lnTo>
                      <a:pt x="3639" y="4159"/>
                    </a:lnTo>
                    <a:cubicBezTo>
                      <a:pt x="3639" y="4159"/>
                      <a:pt x="1977" y="36"/>
                      <a:pt x="1075" y="1"/>
                    </a:cubicBezTo>
                    <a:cubicBezTo>
                      <a:pt x="1066" y="1"/>
                      <a:pt x="1056" y="0"/>
                      <a:pt x="104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55"/>
              <p:cNvSpPr/>
              <p:nvPr/>
            </p:nvSpPr>
            <p:spPr>
              <a:xfrm rot="1004646">
                <a:off x="5903047" y="554647"/>
                <a:ext cx="483382" cy="306934"/>
              </a:xfrm>
              <a:custGeom>
                <a:avLst/>
                <a:gdLst/>
                <a:ahLst/>
                <a:cxnLst/>
                <a:rect l="l" t="t" r="r" b="b"/>
                <a:pathLst>
                  <a:path w="6931" h="4401" extrusionOk="0">
                    <a:moveTo>
                      <a:pt x="3445" y="1"/>
                    </a:moveTo>
                    <a:cubicBezTo>
                      <a:pt x="1693" y="1"/>
                      <a:pt x="0" y="819"/>
                      <a:pt x="0" y="819"/>
                    </a:cubicBezTo>
                    <a:cubicBezTo>
                      <a:pt x="342" y="3093"/>
                      <a:pt x="2619" y="4401"/>
                      <a:pt x="4293" y="4401"/>
                    </a:cubicBezTo>
                    <a:cubicBezTo>
                      <a:pt x="4991" y="4401"/>
                      <a:pt x="5584" y="4174"/>
                      <a:pt x="5890" y="3695"/>
                    </a:cubicBezTo>
                    <a:cubicBezTo>
                      <a:pt x="6930" y="2066"/>
                      <a:pt x="5820" y="195"/>
                      <a:pt x="3915" y="22"/>
                    </a:cubicBezTo>
                    <a:cubicBezTo>
                      <a:pt x="3759" y="7"/>
                      <a:pt x="3602" y="1"/>
                      <a:pt x="344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55"/>
              <p:cNvSpPr/>
              <p:nvPr/>
            </p:nvSpPr>
            <p:spPr>
              <a:xfrm rot="1004646">
                <a:off x="5979399" y="600575"/>
                <a:ext cx="346199" cy="219896"/>
              </a:xfrm>
              <a:custGeom>
                <a:avLst/>
                <a:gdLst/>
                <a:ahLst/>
                <a:cxnLst/>
                <a:rect l="l" t="t" r="r" b="b"/>
                <a:pathLst>
                  <a:path w="4964" h="3153" extrusionOk="0">
                    <a:moveTo>
                      <a:pt x="2469" y="0"/>
                    </a:moveTo>
                    <a:cubicBezTo>
                      <a:pt x="1213" y="0"/>
                      <a:pt x="0" y="586"/>
                      <a:pt x="0" y="586"/>
                    </a:cubicBezTo>
                    <a:cubicBezTo>
                      <a:pt x="245" y="2215"/>
                      <a:pt x="1876" y="3152"/>
                      <a:pt x="3075" y="3152"/>
                    </a:cubicBezTo>
                    <a:cubicBezTo>
                      <a:pt x="3575" y="3152"/>
                      <a:pt x="4000" y="2989"/>
                      <a:pt x="4219" y="2646"/>
                    </a:cubicBezTo>
                    <a:cubicBezTo>
                      <a:pt x="4964" y="1479"/>
                      <a:pt x="4170" y="139"/>
                      <a:pt x="2805" y="15"/>
                    </a:cubicBezTo>
                    <a:cubicBezTo>
                      <a:pt x="2693" y="5"/>
                      <a:pt x="2581" y="0"/>
                      <a:pt x="24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55"/>
              <p:cNvSpPr/>
              <p:nvPr/>
            </p:nvSpPr>
            <p:spPr>
              <a:xfrm rot="1004646">
                <a:off x="6417969" y="709548"/>
                <a:ext cx="483242" cy="306934"/>
              </a:xfrm>
              <a:custGeom>
                <a:avLst/>
                <a:gdLst/>
                <a:ahLst/>
                <a:cxnLst/>
                <a:rect l="l" t="t" r="r" b="b"/>
                <a:pathLst>
                  <a:path w="6929" h="4401" extrusionOk="0">
                    <a:moveTo>
                      <a:pt x="3484" y="1"/>
                    </a:moveTo>
                    <a:cubicBezTo>
                      <a:pt x="3328" y="1"/>
                      <a:pt x="3171" y="7"/>
                      <a:pt x="3014" y="22"/>
                    </a:cubicBezTo>
                    <a:cubicBezTo>
                      <a:pt x="1109" y="195"/>
                      <a:pt x="1" y="2066"/>
                      <a:pt x="1039" y="3695"/>
                    </a:cubicBezTo>
                    <a:cubicBezTo>
                      <a:pt x="1345" y="4174"/>
                      <a:pt x="1938" y="4401"/>
                      <a:pt x="2636" y="4401"/>
                    </a:cubicBezTo>
                    <a:cubicBezTo>
                      <a:pt x="4311" y="4401"/>
                      <a:pt x="6587" y="3093"/>
                      <a:pt x="6929" y="819"/>
                    </a:cubicBezTo>
                    <a:cubicBezTo>
                      <a:pt x="6929" y="819"/>
                      <a:pt x="5236" y="1"/>
                      <a:pt x="34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55"/>
              <p:cNvSpPr/>
              <p:nvPr/>
            </p:nvSpPr>
            <p:spPr>
              <a:xfrm rot="1004646">
                <a:off x="6478620" y="750794"/>
                <a:ext cx="346339" cy="219896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3153" extrusionOk="0">
                    <a:moveTo>
                      <a:pt x="2496" y="0"/>
                    </a:moveTo>
                    <a:cubicBezTo>
                      <a:pt x="2384" y="0"/>
                      <a:pt x="2271" y="5"/>
                      <a:pt x="2159" y="15"/>
                    </a:cubicBezTo>
                    <a:cubicBezTo>
                      <a:pt x="795" y="139"/>
                      <a:pt x="1" y="1479"/>
                      <a:pt x="745" y="2646"/>
                    </a:cubicBezTo>
                    <a:cubicBezTo>
                      <a:pt x="964" y="2989"/>
                      <a:pt x="1389" y="3152"/>
                      <a:pt x="1889" y="3152"/>
                    </a:cubicBezTo>
                    <a:cubicBezTo>
                      <a:pt x="3089" y="3152"/>
                      <a:pt x="4719" y="2215"/>
                      <a:pt x="4966" y="586"/>
                    </a:cubicBezTo>
                    <a:cubicBezTo>
                      <a:pt x="4966" y="586"/>
                      <a:pt x="3752" y="0"/>
                      <a:pt x="24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55"/>
              <p:cNvSpPr/>
              <p:nvPr/>
            </p:nvSpPr>
            <p:spPr>
              <a:xfrm rot="1004646">
                <a:off x="6278603" y="735688"/>
                <a:ext cx="256999" cy="76367"/>
              </a:xfrm>
              <a:custGeom>
                <a:avLst/>
                <a:gdLst/>
                <a:ahLst/>
                <a:cxnLst/>
                <a:rect l="l" t="t" r="r" b="b"/>
                <a:pathLst>
                  <a:path w="3685" h="1095" extrusionOk="0">
                    <a:moveTo>
                      <a:pt x="1795" y="1"/>
                    </a:moveTo>
                    <a:cubicBezTo>
                      <a:pt x="1283" y="1"/>
                      <a:pt x="772" y="134"/>
                      <a:pt x="323" y="420"/>
                    </a:cubicBezTo>
                    <a:cubicBezTo>
                      <a:pt x="0" y="627"/>
                      <a:pt x="199" y="1095"/>
                      <a:pt x="501" y="1095"/>
                    </a:cubicBezTo>
                    <a:cubicBezTo>
                      <a:pt x="559" y="1095"/>
                      <a:pt x="621" y="1077"/>
                      <a:pt x="684" y="1037"/>
                    </a:cubicBezTo>
                    <a:cubicBezTo>
                      <a:pt x="1029" y="817"/>
                      <a:pt x="1417" y="714"/>
                      <a:pt x="1806" y="714"/>
                    </a:cubicBezTo>
                    <a:cubicBezTo>
                      <a:pt x="2214" y="714"/>
                      <a:pt x="2623" y="827"/>
                      <a:pt x="2986" y="1037"/>
                    </a:cubicBezTo>
                    <a:cubicBezTo>
                      <a:pt x="3047" y="1072"/>
                      <a:pt x="3107" y="1088"/>
                      <a:pt x="3164" y="1088"/>
                    </a:cubicBezTo>
                    <a:cubicBezTo>
                      <a:pt x="3478" y="1088"/>
                      <a:pt x="3684" y="615"/>
                      <a:pt x="3347" y="420"/>
                    </a:cubicBezTo>
                    <a:cubicBezTo>
                      <a:pt x="2874" y="148"/>
                      <a:pt x="2333" y="1"/>
                      <a:pt x="17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2821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Google Shape;2497;p56"/>
          <p:cNvSpPr txBox="1">
            <a:spLocks noGrp="1"/>
          </p:cNvSpPr>
          <p:nvPr>
            <p:ph type="subTitle" idx="1"/>
          </p:nvPr>
        </p:nvSpPr>
        <p:spPr>
          <a:xfrm>
            <a:off x="5089157" y="1783554"/>
            <a:ext cx="3240600" cy="2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●"/>
            </a:pPr>
            <a:r>
              <a:rPr lang="en-US" dirty="0"/>
              <a:t>Java for backend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●"/>
            </a:pPr>
            <a:r>
              <a:rPr lang="en-US" dirty="0"/>
              <a:t>HTML, CSS, and JavaScript for fake captcha and the </a:t>
            </a:r>
            <a:r>
              <a:rPr lang="en-US" dirty="0" err="1"/>
              <a:t>Pokemon</a:t>
            </a:r>
            <a:r>
              <a:rPr lang="en-US" dirty="0"/>
              <a:t> battle.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●"/>
            </a:pPr>
            <a:r>
              <a:rPr lang="en-US" dirty="0"/>
              <a:t>Python for the DOOM bot AI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●"/>
            </a:pPr>
            <a:r>
              <a:rPr lang="en-US" dirty="0" err="1"/>
              <a:t>Batchfile</a:t>
            </a:r>
            <a:r>
              <a:rPr lang="en-US" dirty="0"/>
              <a:t> is dumped through the QR and launches DOOM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Quicksand"/>
              <a:buChar char="●"/>
            </a:pPr>
            <a:r>
              <a:rPr lang="en-US" dirty="0"/>
              <a:t>C is for unused features we could not implement</a:t>
            </a:r>
          </a:p>
        </p:txBody>
      </p:sp>
      <p:sp>
        <p:nvSpPr>
          <p:cNvPr id="2498" name="Google Shape;2498;p56"/>
          <p:cNvSpPr txBox="1">
            <a:spLocks noGrp="1"/>
          </p:cNvSpPr>
          <p:nvPr>
            <p:ph type="title"/>
          </p:nvPr>
        </p:nvSpPr>
        <p:spPr>
          <a:xfrm>
            <a:off x="5089157" y="690223"/>
            <a:ext cx="2838900" cy="11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DISTRIBUTION</a:t>
            </a:r>
            <a:endParaRPr dirty="0"/>
          </a:p>
        </p:txBody>
      </p:sp>
      <p:sp>
        <p:nvSpPr>
          <p:cNvPr id="2605" name="Google Shape;2605;p56"/>
          <p:cNvSpPr/>
          <p:nvPr/>
        </p:nvSpPr>
        <p:spPr>
          <a:xfrm>
            <a:off x="4332400" y="4430438"/>
            <a:ext cx="1353404" cy="313626"/>
          </a:xfrm>
          <a:custGeom>
            <a:avLst/>
            <a:gdLst/>
            <a:ahLst/>
            <a:cxnLst/>
            <a:rect l="l" t="t" r="r" b="b"/>
            <a:pathLst>
              <a:path w="28779" h="6669" extrusionOk="0">
                <a:moveTo>
                  <a:pt x="13951" y="1"/>
                </a:moveTo>
                <a:cubicBezTo>
                  <a:pt x="13574" y="1"/>
                  <a:pt x="13197" y="32"/>
                  <a:pt x="12824" y="96"/>
                </a:cubicBezTo>
                <a:cubicBezTo>
                  <a:pt x="11859" y="239"/>
                  <a:pt x="10955" y="608"/>
                  <a:pt x="10085" y="1072"/>
                </a:cubicBezTo>
                <a:cubicBezTo>
                  <a:pt x="8633" y="1858"/>
                  <a:pt x="7466" y="2799"/>
                  <a:pt x="6692" y="4263"/>
                </a:cubicBezTo>
                <a:cubicBezTo>
                  <a:pt x="5961" y="3714"/>
                  <a:pt x="5054" y="3419"/>
                  <a:pt x="4155" y="3419"/>
                </a:cubicBezTo>
                <a:cubicBezTo>
                  <a:pt x="3883" y="3419"/>
                  <a:pt x="3612" y="3446"/>
                  <a:pt x="3346" y="3501"/>
                </a:cubicBezTo>
                <a:cubicBezTo>
                  <a:pt x="2203" y="3739"/>
                  <a:pt x="1156" y="4501"/>
                  <a:pt x="584" y="5525"/>
                </a:cubicBezTo>
                <a:cubicBezTo>
                  <a:pt x="406" y="5835"/>
                  <a:pt x="167" y="6263"/>
                  <a:pt x="1" y="6668"/>
                </a:cubicBezTo>
                <a:lnTo>
                  <a:pt x="28778" y="6668"/>
                </a:lnTo>
                <a:cubicBezTo>
                  <a:pt x="28659" y="5716"/>
                  <a:pt x="28028" y="4846"/>
                  <a:pt x="27207" y="4299"/>
                </a:cubicBezTo>
                <a:cubicBezTo>
                  <a:pt x="26314" y="3727"/>
                  <a:pt x="25218" y="3501"/>
                  <a:pt x="24170" y="3489"/>
                </a:cubicBezTo>
                <a:cubicBezTo>
                  <a:pt x="24143" y="3489"/>
                  <a:pt x="24115" y="3489"/>
                  <a:pt x="24088" y="3489"/>
                </a:cubicBezTo>
                <a:cubicBezTo>
                  <a:pt x="22794" y="3489"/>
                  <a:pt x="21502" y="3763"/>
                  <a:pt x="20325" y="4334"/>
                </a:cubicBezTo>
                <a:cubicBezTo>
                  <a:pt x="19765" y="2894"/>
                  <a:pt x="18682" y="1644"/>
                  <a:pt x="17324" y="882"/>
                </a:cubicBezTo>
                <a:cubicBezTo>
                  <a:pt x="16297" y="305"/>
                  <a:pt x="15126" y="1"/>
                  <a:pt x="139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6" name="Google Shape;2606;p56"/>
          <p:cNvSpPr/>
          <p:nvPr/>
        </p:nvSpPr>
        <p:spPr>
          <a:xfrm>
            <a:off x="7576963" y="438400"/>
            <a:ext cx="1002419" cy="201996"/>
          </a:xfrm>
          <a:custGeom>
            <a:avLst/>
            <a:gdLst/>
            <a:ahLst/>
            <a:cxnLst/>
            <a:rect l="l" t="t" r="r" b="b"/>
            <a:pathLst>
              <a:path w="18182" h="3664" extrusionOk="0">
                <a:moveTo>
                  <a:pt x="5986" y="1"/>
                </a:moveTo>
                <a:cubicBezTo>
                  <a:pt x="5760" y="1"/>
                  <a:pt x="5535" y="15"/>
                  <a:pt x="5310" y="44"/>
                </a:cubicBezTo>
                <a:cubicBezTo>
                  <a:pt x="3239" y="318"/>
                  <a:pt x="1346" y="1711"/>
                  <a:pt x="0" y="3664"/>
                </a:cubicBezTo>
                <a:lnTo>
                  <a:pt x="18181" y="3664"/>
                </a:lnTo>
                <a:cubicBezTo>
                  <a:pt x="17514" y="2878"/>
                  <a:pt x="16621" y="2366"/>
                  <a:pt x="15716" y="2247"/>
                </a:cubicBezTo>
                <a:cubicBezTo>
                  <a:pt x="15503" y="2214"/>
                  <a:pt x="15288" y="2198"/>
                  <a:pt x="15073" y="2198"/>
                </a:cubicBezTo>
                <a:cubicBezTo>
                  <a:pt x="13796" y="2198"/>
                  <a:pt x="12503" y="2752"/>
                  <a:pt x="11454" y="3628"/>
                </a:cubicBezTo>
                <a:cubicBezTo>
                  <a:pt x="10354" y="1331"/>
                  <a:pt x="8160" y="1"/>
                  <a:pt x="59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7" name="Google Shape;2607;p56"/>
          <p:cNvGrpSpPr/>
          <p:nvPr/>
        </p:nvGrpSpPr>
        <p:grpSpPr>
          <a:xfrm rot="1621109">
            <a:off x="-256663" y="-242395"/>
            <a:ext cx="967602" cy="1282491"/>
            <a:chOff x="428625" y="2562950"/>
            <a:chExt cx="751000" cy="995400"/>
          </a:xfrm>
        </p:grpSpPr>
        <p:sp>
          <p:nvSpPr>
            <p:cNvPr id="2608" name="Google Shape;2608;p56"/>
            <p:cNvSpPr/>
            <p:nvPr/>
          </p:nvSpPr>
          <p:spPr>
            <a:xfrm>
              <a:off x="898325" y="3364650"/>
              <a:ext cx="189625" cy="122875"/>
            </a:xfrm>
            <a:custGeom>
              <a:avLst/>
              <a:gdLst/>
              <a:ahLst/>
              <a:cxnLst/>
              <a:rect l="l" t="t" r="r" b="b"/>
              <a:pathLst>
                <a:path w="7585" h="4915" extrusionOk="0">
                  <a:moveTo>
                    <a:pt x="1243" y="0"/>
                  </a:moveTo>
                  <a:cubicBezTo>
                    <a:pt x="866" y="0"/>
                    <a:pt x="530" y="204"/>
                    <a:pt x="262" y="615"/>
                  </a:cubicBezTo>
                  <a:cubicBezTo>
                    <a:pt x="0" y="1032"/>
                    <a:pt x="60" y="1460"/>
                    <a:pt x="357" y="1853"/>
                  </a:cubicBezTo>
                  <a:cubicBezTo>
                    <a:pt x="655" y="2222"/>
                    <a:pt x="988" y="2401"/>
                    <a:pt x="1381" y="2651"/>
                  </a:cubicBezTo>
                  <a:cubicBezTo>
                    <a:pt x="2048" y="3103"/>
                    <a:pt x="2715" y="3544"/>
                    <a:pt x="3417" y="3961"/>
                  </a:cubicBezTo>
                  <a:cubicBezTo>
                    <a:pt x="4031" y="4323"/>
                    <a:pt x="4888" y="4915"/>
                    <a:pt x="5635" y="4915"/>
                  </a:cubicBezTo>
                  <a:cubicBezTo>
                    <a:pt x="6091" y="4915"/>
                    <a:pt x="6505" y="4695"/>
                    <a:pt x="6799" y="4068"/>
                  </a:cubicBezTo>
                  <a:cubicBezTo>
                    <a:pt x="7584" y="2401"/>
                    <a:pt x="5310" y="1508"/>
                    <a:pt x="4263" y="1127"/>
                  </a:cubicBezTo>
                  <a:cubicBezTo>
                    <a:pt x="3286" y="710"/>
                    <a:pt x="2560" y="353"/>
                    <a:pt x="1631" y="67"/>
                  </a:cubicBezTo>
                  <a:cubicBezTo>
                    <a:pt x="1498" y="23"/>
                    <a:pt x="1368" y="0"/>
                    <a:pt x="12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56"/>
            <p:cNvSpPr/>
            <p:nvPr/>
          </p:nvSpPr>
          <p:spPr>
            <a:xfrm>
              <a:off x="972725" y="3452350"/>
              <a:ext cx="76225" cy="22625"/>
            </a:xfrm>
            <a:custGeom>
              <a:avLst/>
              <a:gdLst/>
              <a:ahLst/>
              <a:cxnLst/>
              <a:rect l="l" t="t" r="r" b="b"/>
              <a:pathLst>
                <a:path w="3049" h="905" extrusionOk="0">
                  <a:moveTo>
                    <a:pt x="1" y="0"/>
                  </a:moveTo>
                  <a:lnTo>
                    <a:pt x="1" y="0"/>
                  </a:lnTo>
                  <a:cubicBezTo>
                    <a:pt x="775" y="584"/>
                    <a:pt x="1203" y="881"/>
                    <a:pt x="1870" y="905"/>
                  </a:cubicBezTo>
                  <a:cubicBezTo>
                    <a:pt x="2001" y="905"/>
                    <a:pt x="2501" y="857"/>
                    <a:pt x="2596" y="798"/>
                  </a:cubicBezTo>
                  <a:cubicBezTo>
                    <a:pt x="2811" y="667"/>
                    <a:pt x="3049" y="405"/>
                    <a:pt x="3001" y="226"/>
                  </a:cubicBezTo>
                  <a:lnTo>
                    <a:pt x="3001" y="226"/>
                  </a:lnTo>
                  <a:cubicBezTo>
                    <a:pt x="2732" y="394"/>
                    <a:pt x="2392" y="459"/>
                    <a:pt x="2029" y="459"/>
                  </a:cubicBezTo>
                  <a:cubicBezTo>
                    <a:pt x="1333" y="459"/>
                    <a:pt x="548" y="219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56"/>
            <p:cNvSpPr/>
            <p:nvPr/>
          </p:nvSpPr>
          <p:spPr>
            <a:xfrm>
              <a:off x="1006075" y="3395775"/>
              <a:ext cx="48825" cy="62850"/>
            </a:xfrm>
            <a:custGeom>
              <a:avLst/>
              <a:gdLst/>
              <a:ahLst/>
              <a:cxnLst/>
              <a:rect l="l" t="t" r="r" b="b"/>
              <a:pathLst>
                <a:path w="1953" h="2514" extrusionOk="0">
                  <a:moveTo>
                    <a:pt x="0" y="1"/>
                  </a:moveTo>
                  <a:lnTo>
                    <a:pt x="0" y="1"/>
                  </a:lnTo>
                  <a:cubicBezTo>
                    <a:pt x="703" y="561"/>
                    <a:pt x="1679" y="1608"/>
                    <a:pt x="1643" y="2513"/>
                  </a:cubicBezTo>
                  <a:cubicBezTo>
                    <a:pt x="1822" y="2466"/>
                    <a:pt x="1941" y="2132"/>
                    <a:pt x="1953" y="1894"/>
                  </a:cubicBezTo>
                  <a:cubicBezTo>
                    <a:pt x="1953" y="1751"/>
                    <a:pt x="1762" y="1311"/>
                    <a:pt x="1679" y="1203"/>
                  </a:cubicBezTo>
                  <a:cubicBezTo>
                    <a:pt x="1357" y="644"/>
                    <a:pt x="881" y="418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6"/>
            <p:cNvSpPr/>
            <p:nvPr/>
          </p:nvSpPr>
          <p:spPr>
            <a:xfrm>
              <a:off x="811100" y="3409750"/>
              <a:ext cx="177425" cy="148600"/>
            </a:xfrm>
            <a:custGeom>
              <a:avLst/>
              <a:gdLst/>
              <a:ahLst/>
              <a:cxnLst/>
              <a:rect l="l" t="t" r="r" b="b"/>
              <a:pathLst>
                <a:path w="7097" h="5944" extrusionOk="0">
                  <a:moveTo>
                    <a:pt x="1196" y="1"/>
                  </a:moveTo>
                  <a:cubicBezTo>
                    <a:pt x="913" y="1"/>
                    <a:pt x="652" y="120"/>
                    <a:pt x="429" y="383"/>
                  </a:cubicBezTo>
                  <a:cubicBezTo>
                    <a:pt x="12" y="883"/>
                    <a:pt x="1" y="1406"/>
                    <a:pt x="322" y="1847"/>
                  </a:cubicBezTo>
                  <a:cubicBezTo>
                    <a:pt x="917" y="2657"/>
                    <a:pt x="1489" y="3240"/>
                    <a:pt x="2191" y="4038"/>
                  </a:cubicBezTo>
                  <a:cubicBezTo>
                    <a:pt x="2716" y="4698"/>
                    <a:pt x="3743" y="5944"/>
                    <a:pt x="4791" y="5944"/>
                  </a:cubicBezTo>
                  <a:cubicBezTo>
                    <a:pt x="5122" y="5944"/>
                    <a:pt x="5455" y="5820"/>
                    <a:pt x="5775" y="5514"/>
                  </a:cubicBezTo>
                  <a:cubicBezTo>
                    <a:pt x="7097" y="4264"/>
                    <a:pt x="5489" y="3085"/>
                    <a:pt x="4608" y="2323"/>
                  </a:cubicBezTo>
                  <a:cubicBezTo>
                    <a:pt x="4001" y="1787"/>
                    <a:pt x="3358" y="1299"/>
                    <a:pt x="2727" y="799"/>
                  </a:cubicBezTo>
                  <a:cubicBezTo>
                    <a:pt x="2358" y="513"/>
                    <a:pt x="2084" y="240"/>
                    <a:pt x="1632" y="85"/>
                  </a:cubicBezTo>
                  <a:cubicBezTo>
                    <a:pt x="1482" y="30"/>
                    <a:pt x="1336" y="1"/>
                    <a:pt x="11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6"/>
            <p:cNvSpPr/>
            <p:nvPr/>
          </p:nvSpPr>
          <p:spPr>
            <a:xfrm>
              <a:off x="912300" y="3461575"/>
              <a:ext cx="40200" cy="69675"/>
            </a:xfrm>
            <a:custGeom>
              <a:avLst/>
              <a:gdLst/>
              <a:ahLst/>
              <a:cxnLst/>
              <a:rect l="l" t="t" r="r" b="b"/>
              <a:pathLst>
                <a:path w="1608" h="2787" extrusionOk="0">
                  <a:moveTo>
                    <a:pt x="1" y="0"/>
                  </a:moveTo>
                  <a:cubicBezTo>
                    <a:pt x="584" y="691"/>
                    <a:pt x="1370" y="1893"/>
                    <a:pt x="1144" y="2786"/>
                  </a:cubicBezTo>
                  <a:cubicBezTo>
                    <a:pt x="1322" y="2774"/>
                    <a:pt x="1513" y="2477"/>
                    <a:pt x="1584" y="2215"/>
                  </a:cubicBezTo>
                  <a:cubicBezTo>
                    <a:pt x="1608" y="2096"/>
                    <a:pt x="1489" y="1619"/>
                    <a:pt x="1441" y="1488"/>
                  </a:cubicBezTo>
                  <a:cubicBezTo>
                    <a:pt x="1203" y="869"/>
                    <a:pt x="786" y="548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6"/>
            <p:cNvSpPr/>
            <p:nvPr/>
          </p:nvSpPr>
          <p:spPr>
            <a:xfrm>
              <a:off x="869150" y="3510975"/>
              <a:ext cx="72950" cy="32250"/>
            </a:xfrm>
            <a:custGeom>
              <a:avLst/>
              <a:gdLst/>
              <a:ahLst/>
              <a:cxnLst/>
              <a:rect l="l" t="t" r="r" b="b"/>
              <a:pathLst>
                <a:path w="2918" h="1290" extrusionOk="0">
                  <a:moveTo>
                    <a:pt x="0" y="1"/>
                  </a:moveTo>
                  <a:cubicBezTo>
                    <a:pt x="655" y="703"/>
                    <a:pt x="1012" y="1072"/>
                    <a:pt x="1655" y="1239"/>
                  </a:cubicBezTo>
                  <a:cubicBezTo>
                    <a:pt x="1748" y="1264"/>
                    <a:pt x="2019" y="1289"/>
                    <a:pt x="2212" y="1289"/>
                  </a:cubicBezTo>
                  <a:cubicBezTo>
                    <a:pt x="2292" y="1289"/>
                    <a:pt x="2359" y="1285"/>
                    <a:pt x="2393" y="1275"/>
                  </a:cubicBezTo>
                  <a:cubicBezTo>
                    <a:pt x="2632" y="1179"/>
                    <a:pt x="2917" y="953"/>
                    <a:pt x="2905" y="775"/>
                  </a:cubicBezTo>
                  <a:lnTo>
                    <a:pt x="2905" y="775"/>
                  </a:lnTo>
                  <a:cubicBezTo>
                    <a:pt x="2741" y="839"/>
                    <a:pt x="2559" y="868"/>
                    <a:pt x="2367" y="868"/>
                  </a:cubicBezTo>
                  <a:cubicBezTo>
                    <a:pt x="1575" y="868"/>
                    <a:pt x="614" y="384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6"/>
            <p:cNvSpPr/>
            <p:nvPr/>
          </p:nvSpPr>
          <p:spPr>
            <a:xfrm>
              <a:off x="428625" y="2562950"/>
              <a:ext cx="751000" cy="778100"/>
            </a:xfrm>
            <a:custGeom>
              <a:avLst/>
              <a:gdLst/>
              <a:ahLst/>
              <a:cxnLst/>
              <a:rect l="l" t="t" r="r" b="b"/>
              <a:pathLst>
                <a:path w="30040" h="31124" extrusionOk="0">
                  <a:moveTo>
                    <a:pt x="14323" y="0"/>
                  </a:moveTo>
                  <a:lnTo>
                    <a:pt x="5298" y="3394"/>
                  </a:lnTo>
                  <a:lnTo>
                    <a:pt x="0" y="11430"/>
                  </a:lnTo>
                  <a:lnTo>
                    <a:pt x="452" y="21050"/>
                  </a:lnTo>
                  <a:lnTo>
                    <a:pt x="6441" y="28563"/>
                  </a:lnTo>
                  <a:lnTo>
                    <a:pt x="15728" y="31123"/>
                  </a:lnTo>
                  <a:lnTo>
                    <a:pt x="24741" y="27730"/>
                  </a:lnTo>
                  <a:lnTo>
                    <a:pt x="30039" y="19693"/>
                  </a:lnTo>
                  <a:lnTo>
                    <a:pt x="29599" y="10085"/>
                  </a:lnTo>
                  <a:lnTo>
                    <a:pt x="23586" y="2560"/>
                  </a:lnTo>
                  <a:lnTo>
                    <a:pt x="143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95250" dir="3060000" algn="bl" rotWithShape="0">
                <a:srgbClr val="000000">
                  <a:alpha val="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56"/>
            <p:cNvSpPr/>
            <p:nvPr/>
          </p:nvSpPr>
          <p:spPr>
            <a:xfrm>
              <a:off x="786700" y="2562950"/>
              <a:ext cx="231600" cy="389350"/>
            </a:xfrm>
            <a:custGeom>
              <a:avLst/>
              <a:gdLst/>
              <a:ahLst/>
              <a:cxnLst/>
              <a:rect l="l" t="t" r="r" b="b"/>
              <a:pathLst>
                <a:path w="9264" h="15574" extrusionOk="0">
                  <a:moveTo>
                    <a:pt x="0" y="0"/>
                  </a:moveTo>
                  <a:lnTo>
                    <a:pt x="691" y="15574"/>
                  </a:lnTo>
                  <a:lnTo>
                    <a:pt x="9263" y="2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56"/>
            <p:cNvSpPr/>
            <p:nvPr/>
          </p:nvSpPr>
          <p:spPr>
            <a:xfrm>
              <a:off x="428625" y="2647775"/>
              <a:ext cx="375350" cy="304525"/>
            </a:xfrm>
            <a:custGeom>
              <a:avLst/>
              <a:gdLst/>
              <a:ahLst/>
              <a:cxnLst/>
              <a:rect l="l" t="t" r="r" b="b"/>
              <a:pathLst>
                <a:path w="15014" h="12181" extrusionOk="0">
                  <a:moveTo>
                    <a:pt x="5298" y="1"/>
                  </a:moveTo>
                  <a:lnTo>
                    <a:pt x="0" y="8037"/>
                  </a:lnTo>
                  <a:lnTo>
                    <a:pt x="15014" y="12181"/>
                  </a:lnTo>
                  <a:lnTo>
                    <a:pt x="52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56"/>
            <p:cNvSpPr/>
            <p:nvPr/>
          </p:nvSpPr>
          <p:spPr>
            <a:xfrm>
              <a:off x="439925" y="2952275"/>
              <a:ext cx="364050" cy="324775"/>
            </a:xfrm>
            <a:custGeom>
              <a:avLst/>
              <a:gdLst/>
              <a:ahLst/>
              <a:cxnLst/>
              <a:rect l="l" t="t" r="r" b="b"/>
              <a:pathLst>
                <a:path w="14562" h="12991" extrusionOk="0">
                  <a:moveTo>
                    <a:pt x="14562" y="1"/>
                  </a:moveTo>
                  <a:lnTo>
                    <a:pt x="0" y="5477"/>
                  </a:lnTo>
                  <a:lnTo>
                    <a:pt x="5989" y="12990"/>
                  </a:lnTo>
                  <a:lnTo>
                    <a:pt x="145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56"/>
            <p:cNvSpPr/>
            <p:nvPr/>
          </p:nvSpPr>
          <p:spPr>
            <a:xfrm>
              <a:off x="803950" y="2952275"/>
              <a:ext cx="243225" cy="388775"/>
            </a:xfrm>
            <a:custGeom>
              <a:avLst/>
              <a:gdLst/>
              <a:ahLst/>
              <a:cxnLst/>
              <a:rect l="l" t="t" r="r" b="b"/>
              <a:pathLst>
                <a:path w="9729" h="15551" extrusionOk="0">
                  <a:moveTo>
                    <a:pt x="1" y="1"/>
                  </a:moveTo>
                  <a:lnTo>
                    <a:pt x="715" y="15550"/>
                  </a:lnTo>
                  <a:lnTo>
                    <a:pt x="9728" y="121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56"/>
            <p:cNvSpPr/>
            <p:nvPr/>
          </p:nvSpPr>
          <p:spPr>
            <a:xfrm>
              <a:off x="803950" y="2815050"/>
              <a:ext cx="375675" cy="240250"/>
            </a:xfrm>
            <a:custGeom>
              <a:avLst/>
              <a:gdLst/>
              <a:ahLst/>
              <a:cxnLst/>
              <a:rect l="l" t="t" r="r" b="b"/>
              <a:pathLst>
                <a:path w="15027" h="9610" extrusionOk="0">
                  <a:moveTo>
                    <a:pt x="14586" y="1"/>
                  </a:moveTo>
                  <a:lnTo>
                    <a:pt x="1" y="5490"/>
                  </a:lnTo>
                  <a:lnTo>
                    <a:pt x="15026" y="9609"/>
                  </a:lnTo>
                  <a:lnTo>
                    <a:pt x="145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489C590-3043-11AD-0B94-1809A2F81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1" y="1599159"/>
            <a:ext cx="4269582" cy="2149215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356049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pied Picture 2">
            <a:extLst>
              <a:ext uri="{FF2B5EF4-FFF2-40B4-BE49-F238E27FC236}">
                <a16:creationId xmlns:a16="http://schemas.microsoft.com/office/drawing/2014/main" id="{75556D04-8E2D-AABE-841D-35250591F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2889">
            <a:off x="7112000" y="762000"/>
            <a:ext cx="1524000" cy="1186574"/>
          </a:xfrm>
          <a:prstGeom prst="rect">
            <a:avLst/>
          </a:prstGeom>
        </p:spPr>
      </p:pic>
      <p:pic>
        <p:nvPicPr>
          <p:cNvPr id="3" name="Copied Picture 3">
            <a:extLst>
              <a:ext uri="{FF2B5EF4-FFF2-40B4-BE49-F238E27FC236}">
                <a16:creationId xmlns:a16="http://schemas.microsoft.com/office/drawing/2014/main" id="{ACFE7A86-60AE-C5FF-2842-BE3AD383E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2889">
            <a:off x="508000" y="3175000"/>
            <a:ext cx="1524000" cy="1186574"/>
          </a:xfrm>
          <a:prstGeom prst="rect">
            <a:avLst/>
          </a:prstGeom>
        </p:spPr>
      </p:pic>
      <p:pic>
        <p:nvPicPr>
          <p:cNvPr id="4" name="Copied Picture 4">
            <a:extLst>
              <a:ext uri="{FF2B5EF4-FFF2-40B4-BE49-F238E27FC236}">
                <a16:creationId xmlns:a16="http://schemas.microsoft.com/office/drawing/2014/main" id="{4E225F25-4D37-845D-A95E-5278C1E7F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2889">
            <a:off x="3810000" y="3683000"/>
            <a:ext cx="1524000" cy="11865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4832D6-02E8-4415-B397-3D697D74843D}"/>
              </a:ext>
            </a:extLst>
          </p:cNvPr>
          <p:cNvSpPr txBox="1"/>
          <p:nvPr/>
        </p:nvSpPr>
        <p:spPr>
          <a:xfrm>
            <a:off x="0" y="2095500"/>
            <a:ext cx="9144000" cy="952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marL="0" indent="0" algn="ctr" rtl="0">
              <a:buNone/>
            </a:pPr>
            <a:r>
              <a:rPr lang="en-US" sz="4000" b="1" dirty="0">
                <a:solidFill>
                  <a:srgbClr val="5F1B1F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90222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ummer Vibes Stickers MK Campaign XL by Slidesgo">
  <a:themeElements>
    <a:clrScheme name="Simple Light">
      <a:dk1>
        <a:srgbClr val="5F1B1F"/>
      </a:dk1>
      <a:lt1>
        <a:srgbClr val="FFFFFF"/>
      </a:lt1>
      <a:dk2>
        <a:srgbClr val="5F1B1F"/>
      </a:dk2>
      <a:lt2>
        <a:srgbClr val="FFFFFF"/>
      </a:lt2>
      <a:accent1>
        <a:srgbClr val="F8D8BA"/>
      </a:accent1>
      <a:accent2>
        <a:srgbClr val="FFAD68"/>
      </a:accent2>
      <a:accent3>
        <a:srgbClr val="93C6C0"/>
      </a:accent3>
      <a:accent4>
        <a:srgbClr val="FFAAAA"/>
      </a:accent4>
      <a:accent5>
        <a:srgbClr val="FF404A"/>
      </a:accent5>
      <a:accent6>
        <a:srgbClr val="5F1B1F"/>
      </a:accent6>
      <a:hlink>
        <a:srgbClr val="5F1B1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9AA0E5-8B90-4E2F-A32C-553DE86D1B8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236f36e-f9e6-4960-a65f-3d1bec0776f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FCF80D35D1234FA3E52D027C0A1E92" ma:contentTypeVersion="1" ma:contentTypeDescription="Create a new document." ma:contentTypeScope="" ma:versionID="5e32d3ccdc2cbfa978c206abf9900bf8">
  <xsd:schema xmlns:xsd="http://www.w3.org/2001/XMLSchema" xmlns:xs="http://www.w3.org/2001/XMLSchema" xmlns:p="http://schemas.microsoft.com/office/2006/metadata/properties" xmlns:ns3="aca472d8-a1be-4c5a-b463-bcdda89d3da9" targetNamespace="http://schemas.microsoft.com/office/2006/metadata/properties" ma:root="true" ma:fieldsID="9ee8f37c91cc666036ee70b87363f641" ns3:_="">
    <xsd:import namespace="aca472d8-a1be-4c5a-b463-bcdda89d3d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a472d8-a1be-4c5a-b463-bcdda89d3d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7AA570-77E4-42D9-947D-F83E987A03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a472d8-a1be-4c5a-b463-bcdda89d3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B5AA53-A391-48DD-AC48-A796C01362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BFD85D-2390-459D-9404-D75CC4D4E55A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aca472d8-a1be-4c5a-b463-bcdda89d3da9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On-screen Show (16:9)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Fredoka One</vt:lpstr>
      <vt:lpstr>Concert One</vt:lpstr>
      <vt:lpstr>Arial</vt:lpstr>
      <vt:lpstr>Didact Gothic</vt:lpstr>
      <vt:lpstr>Quicksand Medium</vt:lpstr>
      <vt:lpstr>Quicksand</vt:lpstr>
      <vt:lpstr>Summer Vibes Stickers MK Campaign XL by Slidesgo</vt:lpstr>
      <vt:lpstr>by Double Bs</vt:lpstr>
      <vt:lpstr>Our goal is simple: </vt:lpstr>
      <vt:lpstr>OVERVIEW OF THE PROCESS</vt:lpstr>
      <vt:lpstr>THE WHOLE PROCESS</vt:lpstr>
      <vt:lpstr>THE WHOLE PROCESS</vt:lpstr>
      <vt:lpstr>THE DISTRIBUTION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Lara</dc:creator>
  <cp:lastModifiedBy>Akkan, L. (Lara)</cp:lastModifiedBy>
  <cp:revision>5</cp:revision>
  <dcterms:modified xsi:type="dcterms:W3CDTF">2026-06-07T12:08:51Z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0x010100CBFCF80D35D1234FA3E52D027C0A1E92</vt:lpwstr>
  </property>
</Properties>
</file>